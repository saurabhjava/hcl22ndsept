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theme/themeOverride2.xml" ContentType="application/vnd.openxmlformats-officedocument.themeOverride+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032" r:id="rId1"/>
  </p:sldMasterIdLst>
  <p:notesMasterIdLst>
    <p:notesMasterId r:id="rId24"/>
  </p:notesMasterIdLst>
  <p:sldIdLst>
    <p:sldId id="261" r:id="rId2"/>
    <p:sldId id="273" r:id="rId3"/>
    <p:sldId id="385" r:id="rId4"/>
    <p:sldId id="386" r:id="rId5"/>
    <p:sldId id="387" r:id="rId6"/>
    <p:sldId id="388" r:id="rId7"/>
    <p:sldId id="389" r:id="rId8"/>
    <p:sldId id="390" r:id="rId9"/>
    <p:sldId id="391" r:id="rId10"/>
    <p:sldId id="392" r:id="rId11"/>
    <p:sldId id="394" r:id="rId12"/>
    <p:sldId id="393" r:id="rId13"/>
    <p:sldId id="395" r:id="rId14"/>
    <p:sldId id="396" r:id="rId15"/>
    <p:sldId id="397" r:id="rId16"/>
    <p:sldId id="398" r:id="rId17"/>
    <p:sldId id="399" r:id="rId18"/>
    <p:sldId id="400" r:id="rId19"/>
    <p:sldId id="401" r:id="rId20"/>
    <p:sldId id="402" r:id="rId21"/>
    <p:sldId id="403" r:id="rId22"/>
    <p:sldId id="384" r:id="rId23"/>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CB450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94386" autoAdjust="0"/>
  </p:normalViewPr>
  <p:slideViewPr>
    <p:cSldViewPr>
      <p:cViewPr>
        <p:scale>
          <a:sx n="100" d="100"/>
          <a:sy n="100" d="100"/>
        </p:scale>
        <p:origin x="-200" y="360"/>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90F5C750-DFCB-42F1-BA65-C2C075AB8A2A}" type="datetimeFigureOut">
              <a:rPr lang="en-US"/>
              <a:pPr>
                <a:defRPr/>
              </a:pPr>
              <a:t>4/29/2024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extLst/>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extLst/>
          </a:lstStyle>
          <a:p>
            <a:pPr lvl="0"/>
            <a:r>
              <a:rPr lang="en-US" noProof="0" smtClean="0"/>
              <a:t>Click to edit Master text styles</a:t>
            </a:r>
            <a:endParaRPr lang="en-US" noProof="0"/>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F41C3C4F-D3EE-46B9-BC9F-0C5417214E3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Rot="1" noChangeAspect="1" noTextEdit="1"/>
          </p:cNvSpPr>
          <p:nvPr>
            <p:ph type="sldImg"/>
          </p:nvPr>
        </p:nvSpPr>
        <p:spPr bwMode="auto">
          <a:noFill/>
          <a:ln>
            <a:solidFill>
              <a:srgbClr val="000000"/>
            </a:solidFill>
            <a:miter lim="800000"/>
            <a:headEnd/>
            <a:tailEnd/>
          </a:ln>
        </p:spPr>
      </p:sp>
      <p:sp>
        <p:nvSpPr>
          <p:cNvPr id="11267"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6804"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A0E89F1E-1FC6-4F34-825C-1E8657096113}" type="slidenum">
              <a:rPr lang="en-US" smtClean="0"/>
              <a:pPr fontAlgn="base">
                <a:spcBef>
                  <a:spcPct val="0"/>
                </a:spcBef>
                <a:spcAft>
                  <a:spcPct val="0"/>
                </a:spcAft>
                <a:defRPr/>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3</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5</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6</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7</a:t>
            </a:fld>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8</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9</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10</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11</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12</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16</a:t>
            </a:fld>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17</a:t>
            </a:fld>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18</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19</a:t>
            </a:fld>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20</a:t>
            </a:fld>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21</a:t>
            </a:fld>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Rot="1" noChangeAspect="1" noTextEdit="1"/>
          </p:cNvSpPr>
          <p:nvPr>
            <p:ph type="sldImg"/>
          </p:nvPr>
        </p:nvSpPr>
        <p:spPr bwMode="auto">
          <a:noFill/>
          <a:ln>
            <a:solidFill>
              <a:srgbClr val="000000"/>
            </a:solidFill>
            <a:miter lim="800000"/>
            <a:headEnd/>
            <a:tailEnd/>
          </a:ln>
        </p:spPr>
      </p:sp>
      <p:sp>
        <p:nvSpPr>
          <p:cNvPr id="12291" name="Rectangle 2"/>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SG" dirty="0" smtClean="0"/>
          </a:p>
        </p:txBody>
      </p:sp>
      <p:sp>
        <p:nvSpPr>
          <p:cNvPr id="77828" name="Rectangle 3"/>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9E9524CB-5A1F-44A8-A2BA-82FD55A91E5F}" type="slidenum">
              <a:rPr lang="en-US" smtClean="0"/>
              <a:pPr fontAlgn="base">
                <a:spcBef>
                  <a:spcPct val="0"/>
                </a:spcBef>
                <a:spcAft>
                  <a:spcPct val="0"/>
                </a:spcAft>
                <a:defRPr/>
              </a:pPr>
              <a:t>22</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a:xfrm>
            <a:off x="0" y="4478338"/>
            <a:ext cx="9144000" cy="6651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a:xfrm>
            <a:off x="-9525" y="4540250"/>
            <a:ext cx="2249488" cy="5349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a:off x="2359025" y="4533900"/>
            <a:ext cx="6784975" cy="5334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dirty="0"/>
          </a:p>
        </p:txBody>
      </p:sp>
      <p:sp>
        <p:nvSpPr>
          <p:cNvPr id="12" name="Rectangle 11"/>
          <p:cNvSpPr>
            <a:spLocks noGrp="1"/>
          </p:cNvSpPr>
          <p:nvPr>
            <p:ph type="title"/>
          </p:nvPr>
        </p:nvSpPr>
        <p:spPr>
          <a:xfrm>
            <a:off x="2362200" y="2343150"/>
            <a:ext cx="6477000" cy="2038350"/>
          </a:xfrm>
        </p:spPr>
        <p:txBody>
          <a:bodyPr rtlCol="0"/>
          <a:lstStyle>
            <a:lvl1pPr>
              <a:defRPr cap="all" baseline="0"/>
            </a:lvl1pPr>
            <a:extLst/>
          </a:lstStyle>
          <a:p>
            <a:r>
              <a:rPr lang="en-US" smtClean="0"/>
              <a:t>Click to edit Master title style</a:t>
            </a:r>
            <a:endParaRPr lang="en-US" dirty="0"/>
          </a:p>
        </p:txBody>
      </p:sp>
      <p:sp>
        <p:nvSpPr>
          <p:cNvPr id="7" name="Date Placeholder 27"/>
          <p:cNvSpPr>
            <a:spLocks noGrp="1"/>
          </p:cNvSpPr>
          <p:nvPr>
            <p:ph type="dt" sz="half" idx="10"/>
          </p:nvPr>
        </p:nvSpPr>
        <p:spPr>
          <a:xfrm>
            <a:off x="76200" y="4551363"/>
            <a:ext cx="2057400" cy="514350"/>
          </a:xfrm>
        </p:spPr>
        <p:txBody>
          <a:bodyPr>
            <a:noAutofit/>
          </a:bodyPr>
          <a:lstStyle>
            <a:lvl1pPr algn="ctr">
              <a:defRPr sz="2000">
                <a:solidFill>
                  <a:srgbClr val="FFFFFF"/>
                </a:solidFill>
              </a:defRPr>
            </a:lvl1pPr>
            <a:extLst/>
          </a:lstStyle>
          <a:p>
            <a:pPr>
              <a:defRPr/>
            </a:pPr>
            <a:fld id="{91030396-71D7-4DE4-9301-B8C58A65D834}" type="datetime1">
              <a:rPr lang="en-US" smtClean="0"/>
              <a:pPr>
                <a:defRPr/>
              </a:pPr>
              <a:t>4/29/2024</a:t>
            </a:fld>
            <a:endParaRPr lang="en-US" dirty="0"/>
          </a:p>
        </p:txBody>
      </p:sp>
      <p:sp>
        <p:nvSpPr>
          <p:cNvPr id="8" name="Footer Placeholder 16"/>
          <p:cNvSpPr>
            <a:spLocks noGrp="1"/>
          </p:cNvSpPr>
          <p:nvPr>
            <p:ph type="ftr" sz="quarter" idx="11"/>
          </p:nvPr>
        </p:nvSpPr>
        <p:spPr>
          <a:xfrm>
            <a:off x="2085975" y="177800"/>
            <a:ext cx="5867400" cy="273050"/>
          </a:xfrm>
        </p:spPr>
        <p:txBody>
          <a:bodyPr/>
          <a:lstStyle>
            <a:lvl1pPr algn="r">
              <a:defRPr>
                <a:solidFill>
                  <a:schemeClr val="tx2"/>
                </a:solidFill>
              </a:defRPr>
            </a:lvl1pPr>
            <a:extLst/>
          </a:lstStyle>
          <a:p>
            <a:pPr>
              <a:defRPr/>
            </a:pPr>
            <a:endParaRPr lang="en-US"/>
          </a:p>
        </p:txBody>
      </p:sp>
      <p:sp>
        <p:nvSpPr>
          <p:cNvPr id="10"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pPr>
              <a:defRPr/>
            </a:pPr>
            <a:fld id="{CBADA6B4-663E-4EE1-9346-45D7E91C3AC8}" type="slidenum">
              <a:rPr lang="en-US"/>
              <a:pPr>
                <a:defRPr/>
              </a:pPr>
              <a:t>‹#›</a:t>
            </a:fld>
            <a:endParaRPr lang="en-US" dirty="0"/>
          </a:p>
        </p:txBody>
      </p:sp>
    </p:spTree>
  </p:cSld>
  <p:clrMapOvr>
    <a:overrideClrMapping bg1="dk1" tx1="lt1" bg2="dk2" tx2="lt2" accent1="accent1" accent2="accent2" accent3="accent3" accent4="accent4" accent5="accent5" accent6="accent6" hlink="hlink" folHlink="folHlink"/>
  </p:clrMapOvr>
  <p:transition spd="med">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smtClean="0"/>
              <a:t>Click to edit Master title style</a:t>
            </a:r>
            <a:endParaRPr lang="en-US" dirty="0"/>
          </a:p>
        </p:txBody>
      </p:sp>
      <p:sp>
        <p:nvSpPr>
          <p:cNvPr id="7" name="Rectangle 6"/>
          <p:cNvSpPr>
            <a:spLocks noGrp="1"/>
          </p:cNvSpPr>
          <p:nvPr>
            <p:ph sz="quarter" idx="13"/>
          </p:nvPr>
        </p:nvSpPr>
        <p:spPr>
          <a:xfrm>
            <a:off x="609600" y="1352550"/>
            <a:ext cx="8153400" cy="32766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4"/>
          </p:nvPr>
        </p:nvSpPr>
        <p:spPr/>
        <p:txBody>
          <a:bodyPr/>
          <a:lstStyle>
            <a:lvl1pPr>
              <a:defRPr/>
            </a:lvl1pPr>
          </a:lstStyle>
          <a:p>
            <a:pPr>
              <a:defRPr/>
            </a:pPr>
            <a:fld id="{B4E5CD7F-492F-4140-ADED-23D3D4269087}" type="datetime1">
              <a:rPr lang="en-US" smtClean="0"/>
              <a:pPr>
                <a:defRPr/>
              </a:pPr>
              <a:t>4/29/2024</a:t>
            </a:fld>
            <a:endParaRPr lang="en-US" dirty="0"/>
          </a:p>
        </p:txBody>
      </p:sp>
      <p:sp>
        <p:nvSpPr>
          <p:cNvPr id="5" name="Footer Placeholder 2"/>
          <p:cNvSpPr>
            <a:spLocks noGrp="1"/>
          </p:cNvSpPr>
          <p:nvPr>
            <p:ph type="ftr" sz="quarter" idx="15"/>
          </p:nvPr>
        </p:nvSpPr>
        <p:spPr/>
        <p:txBody>
          <a:bodyPr/>
          <a:lstStyle>
            <a:lvl1pPr>
              <a:defRPr/>
            </a:lvl1pPr>
          </a:lstStyle>
          <a:p>
            <a:pPr>
              <a:defRPr/>
            </a:pPr>
            <a:endParaRPr lang="en-US"/>
          </a:p>
        </p:txBody>
      </p:sp>
      <p:sp>
        <p:nvSpPr>
          <p:cNvPr id="6" name="Slide Number Placeholder 22"/>
          <p:cNvSpPr>
            <a:spLocks noGrp="1"/>
          </p:cNvSpPr>
          <p:nvPr>
            <p:ph type="sldNum" sz="quarter" idx="16"/>
          </p:nvPr>
        </p:nvSpPr>
        <p:spPr/>
        <p:txBody>
          <a:bodyPr/>
          <a:lstStyle>
            <a:lvl1pPr>
              <a:defRPr/>
            </a:lvl1pPr>
          </a:lstStyle>
          <a:p>
            <a:pPr>
              <a:defRPr/>
            </a:pPr>
            <a:fld id="{8BAFCEB6-9093-4AA6-8CC7-8FD66D634C58}" type="slidenum">
              <a:rPr lang="en-US"/>
              <a:pPr>
                <a:defRPr/>
              </a:pPr>
              <a:t>‹#›</a:t>
            </a:fld>
            <a:endParaRPr lang="en-US" dirty="0"/>
          </a:p>
        </p:txBody>
      </p:sp>
    </p:spTree>
  </p:cSld>
  <p:clrMapOvr>
    <a:masterClrMapping/>
  </p:clrMapOvr>
  <p:transition spd="med">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5" name="Rectangle 4"/>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Text Placeholder 2"/>
          <p:cNvSpPr>
            <a:spLocks noGrp="1"/>
          </p:cNvSpPr>
          <p:nvPr>
            <p:ph type="body" idx="1"/>
          </p:nvPr>
        </p:nvSpPr>
        <p:spPr>
          <a:xfrm>
            <a:off x="1371600" y="2057400"/>
            <a:ext cx="7123113" cy="1254919"/>
          </a:xfrm>
        </p:spPr>
        <p:txBody>
          <a:bodyPr/>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2" name="Title 1"/>
          <p:cNvSpPr>
            <a:spLocks noGrp="1"/>
          </p:cNvSpPr>
          <p:nvPr>
            <p:ph type="title"/>
          </p:nvPr>
        </p:nvSpPr>
        <p:spPr>
          <a:xfrm>
            <a:off x="1371600" y="1200150"/>
            <a:ext cx="7620000" cy="742950"/>
          </a:xfrm>
        </p:spPr>
        <p:txBody>
          <a:bodyPr/>
          <a:lstStyle>
            <a:lvl1pPr algn="l">
              <a:buNone/>
              <a:defRPr sz="4400" b="0" cap="none">
                <a:solidFill>
                  <a:srgbClr val="FFFFFF"/>
                </a:solidFill>
              </a:defRPr>
            </a:lvl1pPr>
            <a:extLst/>
          </a:lstStyle>
          <a:p>
            <a:r>
              <a:rPr lang="en-US" smtClean="0"/>
              <a:t>Click to edit Master title style</a:t>
            </a:r>
            <a:endParaRPr lang="en-US" dirty="0"/>
          </a:p>
        </p:txBody>
      </p:sp>
      <p:sp>
        <p:nvSpPr>
          <p:cNvPr id="7" name="Date Placeholder 11"/>
          <p:cNvSpPr>
            <a:spLocks noGrp="1"/>
          </p:cNvSpPr>
          <p:nvPr>
            <p:ph type="dt" sz="half" idx="10"/>
          </p:nvPr>
        </p:nvSpPr>
        <p:spPr/>
        <p:txBody>
          <a:bodyPr/>
          <a:lstStyle>
            <a:lvl1pPr>
              <a:defRPr/>
            </a:lvl1pPr>
            <a:extLst/>
          </a:lstStyle>
          <a:p>
            <a:pPr>
              <a:defRPr/>
            </a:pPr>
            <a:fld id="{001A1C12-756F-428E-8C3E-06F546FE0D54}" type="datetime1">
              <a:rPr lang="en-US" smtClean="0"/>
              <a:pPr>
                <a:defRPr/>
              </a:pPr>
              <a:t>4/29/2024</a:t>
            </a:fld>
            <a:endParaRPr lang="en-US"/>
          </a:p>
        </p:txBody>
      </p:sp>
      <p:sp>
        <p:nvSpPr>
          <p:cNvPr id="8" name="Slide Number Placeholder 12"/>
          <p:cNvSpPr>
            <a:spLocks noGrp="1"/>
          </p:cNvSpPr>
          <p:nvPr>
            <p:ph type="sldNum" sz="quarter" idx="11"/>
          </p:nvPr>
        </p:nvSpPr>
        <p:spPr>
          <a:xfrm>
            <a:off x="0" y="1314450"/>
            <a:ext cx="1295400" cy="527050"/>
          </a:xfrm>
        </p:spPr>
        <p:txBody>
          <a:bodyPr>
            <a:noAutofit/>
          </a:bodyPr>
          <a:lstStyle>
            <a:lvl1pPr>
              <a:defRPr sz="2400">
                <a:solidFill>
                  <a:srgbClr val="FFFFFF"/>
                </a:solidFill>
              </a:defRPr>
            </a:lvl1pPr>
            <a:extLst/>
          </a:lstStyle>
          <a:p>
            <a:pPr>
              <a:defRPr/>
            </a:pPr>
            <a:fld id="{D02980F9-4969-4F79-BBDB-965FF55F17DD}" type="slidenum">
              <a:rPr lang="en-US"/>
              <a:pPr>
                <a:defRPr/>
              </a:pPr>
              <a:t>‹#›</a:t>
            </a:fld>
            <a:endParaRPr lang="en-US" dirty="0"/>
          </a:p>
        </p:txBody>
      </p:sp>
      <p:sp>
        <p:nvSpPr>
          <p:cNvPr id="9" name="Footer Placeholder 13"/>
          <p:cNvSpPr>
            <a:spLocks noGrp="1"/>
          </p:cNvSpPr>
          <p:nvPr>
            <p:ph type="ftr" sz="quarter" idx="12"/>
          </p:nvPr>
        </p:nvSpPr>
        <p:spPr/>
        <p:txBody>
          <a:bodyPr/>
          <a:lstStyle>
            <a:lvl1pPr>
              <a:defRPr/>
            </a:lvl1pPr>
            <a:extLst/>
          </a:lstStyle>
          <a:p>
            <a:pPr>
              <a:defRPr/>
            </a:pPr>
            <a:endParaRPr lang="en-US"/>
          </a:p>
        </p:txBody>
      </p:sp>
    </p:spTree>
  </p:cSld>
  <p:clrMapOvr>
    <a:overrideClrMapping bg1="lt1" tx1="dk1" bg2="lt2" tx2="dk2" accent1="accent1" accent2="accent2" accent3="accent3" accent4="accent4" accent5="accent5" accent6="accent6" hlink="hlink" folHlink="folHlink"/>
  </p:clrMapOvr>
  <p:transition spd="med">
    <p:cu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7"/>
          <p:cNvSpPr>
            <a:spLocks noGrp="1"/>
          </p:cNvSpPr>
          <p:nvPr>
            <p:ph type="dt" sz="half" idx="15"/>
          </p:nvPr>
        </p:nvSpPr>
        <p:spPr/>
        <p:txBody>
          <a:bodyPr rtlCol="0"/>
          <a:lstStyle>
            <a:lvl1pPr>
              <a:defRPr/>
            </a:lvl1pPr>
            <a:extLst/>
          </a:lstStyle>
          <a:p>
            <a:pPr>
              <a:defRPr/>
            </a:pPr>
            <a:fld id="{1060BBFB-AA52-46D9-BBD2-BD0D85AE8E80}" type="datetime1">
              <a:rPr lang="en-US" smtClean="0"/>
              <a:pPr>
                <a:defRPr/>
              </a:pPr>
              <a:t>4/29/2024</a:t>
            </a:fld>
            <a:endParaRPr lang="en-US" dirty="0"/>
          </a:p>
        </p:txBody>
      </p:sp>
      <p:sp>
        <p:nvSpPr>
          <p:cNvPr id="6" name="Slide Number Placeholder 9"/>
          <p:cNvSpPr>
            <a:spLocks noGrp="1"/>
          </p:cNvSpPr>
          <p:nvPr>
            <p:ph type="sldNum" sz="quarter" idx="16"/>
          </p:nvPr>
        </p:nvSpPr>
        <p:spPr/>
        <p:txBody>
          <a:bodyPr rtlCol="0"/>
          <a:lstStyle>
            <a:lvl1pPr>
              <a:defRPr/>
            </a:lvl1pPr>
            <a:extLst/>
          </a:lstStyle>
          <a:p>
            <a:pPr>
              <a:defRPr/>
            </a:pPr>
            <a:fld id="{93403362-4608-4E66-9D21-0887EF6677E8}" type="slidenum">
              <a:rPr lang="en-US"/>
              <a:pPr>
                <a:defRPr/>
              </a:pPr>
              <a:t>‹#›</a:t>
            </a:fld>
            <a:endParaRPr lang="en-US" dirty="0"/>
          </a:p>
        </p:txBody>
      </p:sp>
      <p:sp>
        <p:nvSpPr>
          <p:cNvPr id="7" name="Footer Placeholder 11"/>
          <p:cNvSpPr>
            <a:spLocks noGrp="1"/>
          </p:cNvSpPr>
          <p:nvPr>
            <p:ph type="ftr" sz="quarter" idx="17"/>
          </p:nvPr>
        </p:nvSpPr>
        <p:spPr/>
        <p:txBody>
          <a:bodyPr rtlCol="0"/>
          <a:lstStyle>
            <a:lvl1pPr>
              <a:defRPr/>
            </a:lvl1pPr>
            <a:extLst/>
          </a:lstStyle>
          <a:p>
            <a:pPr>
              <a:defRPr/>
            </a:pPr>
            <a:endParaRPr lang="en-US"/>
          </a:p>
        </p:txBody>
      </p:sp>
    </p:spTree>
  </p:cSld>
  <p:clrMapOvr>
    <a:masterClrMapping/>
  </p:clrMapOvr>
  <p:transition spd="med">
    <p:cu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lstStyle>
            <a:lvl1pPr>
              <a:defRPr/>
            </a:lvl1pPr>
            <a:extLst/>
          </a:lstStyle>
          <a:p>
            <a:r>
              <a:rPr lang="en-US" smtClean="0"/>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smtClean="0"/>
              <a:t>Click to edit Master text styles</a:t>
            </a:r>
          </a:p>
        </p:txBody>
      </p:sp>
      <p:sp>
        <p:nvSpPr>
          <p:cNvPr id="7" name="Date Placeholder 9"/>
          <p:cNvSpPr>
            <a:spLocks noGrp="1"/>
          </p:cNvSpPr>
          <p:nvPr>
            <p:ph type="dt" sz="half" idx="20"/>
          </p:nvPr>
        </p:nvSpPr>
        <p:spPr/>
        <p:txBody>
          <a:bodyPr rtlCol="0"/>
          <a:lstStyle>
            <a:lvl1pPr>
              <a:defRPr/>
            </a:lvl1pPr>
            <a:extLst/>
          </a:lstStyle>
          <a:p>
            <a:pPr>
              <a:defRPr/>
            </a:pPr>
            <a:fld id="{C1CB50F8-83B5-4E49-A293-4DDB041AA9E1}" type="datetime1">
              <a:rPr lang="en-US" smtClean="0"/>
              <a:pPr>
                <a:defRPr/>
              </a:pPr>
              <a:t>4/29/2024</a:t>
            </a:fld>
            <a:endParaRPr lang="en-US" dirty="0"/>
          </a:p>
        </p:txBody>
      </p:sp>
      <p:sp>
        <p:nvSpPr>
          <p:cNvPr id="8" name="Slide Number Placeholder 11"/>
          <p:cNvSpPr>
            <a:spLocks noGrp="1"/>
          </p:cNvSpPr>
          <p:nvPr>
            <p:ph type="sldNum" sz="quarter" idx="21"/>
          </p:nvPr>
        </p:nvSpPr>
        <p:spPr/>
        <p:txBody>
          <a:bodyPr rtlCol="0"/>
          <a:lstStyle>
            <a:lvl1pPr>
              <a:defRPr/>
            </a:lvl1pPr>
            <a:extLst/>
          </a:lstStyle>
          <a:p>
            <a:pPr>
              <a:defRPr/>
            </a:pPr>
            <a:fld id="{D685A3A4-D9DC-4196-81C3-82E37DCB9B49}" type="slidenum">
              <a:rPr lang="en-US"/>
              <a:pPr>
                <a:defRPr/>
              </a:pPr>
              <a:t>‹#›</a:t>
            </a:fld>
            <a:endParaRPr lang="en-US" dirty="0"/>
          </a:p>
        </p:txBody>
      </p:sp>
      <p:sp>
        <p:nvSpPr>
          <p:cNvPr id="9" name="Footer Placeholder 13"/>
          <p:cNvSpPr>
            <a:spLocks noGrp="1"/>
          </p:cNvSpPr>
          <p:nvPr>
            <p:ph type="ftr" sz="quarter" idx="22"/>
          </p:nvPr>
        </p:nvSpPr>
        <p:spPr/>
        <p:txBody>
          <a:bodyPr rtlCol="0"/>
          <a:lstStyle>
            <a:lvl1pPr>
              <a:defRPr/>
            </a:lvl1pPr>
            <a:extLst/>
          </a:lstStyle>
          <a:p>
            <a:pPr>
              <a:defRPr/>
            </a:pPr>
            <a:endParaRPr lang="en-US"/>
          </a:p>
        </p:txBody>
      </p:sp>
    </p:spTree>
  </p:cSld>
  <p:clrMapOvr>
    <a:masterClrMapping/>
  </p:clrMapOvr>
  <p:transition spd="med">
    <p:cu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dirty="0"/>
          </a:p>
        </p:txBody>
      </p:sp>
      <p:sp>
        <p:nvSpPr>
          <p:cNvPr id="3" name="Date Placeholder 13"/>
          <p:cNvSpPr>
            <a:spLocks noGrp="1"/>
          </p:cNvSpPr>
          <p:nvPr>
            <p:ph type="dt" sz="half" idx="10"/>
          </p:nvPr>
        </p:nvSpPr>
        <p:spPr/>
        <p:txBody>
          <a:bodyPr/>
          <a:lstStyle>
            <a:lvl1pPr>
              <a:defRPr/>
            </a:lvl1pPr>
          </a:lstStyle>
          <a:p>
            <a:pPr>
              <a:defRPr/>
            </a:pPr>
            <a:fld id="{B1E1EBDA-1B96-4EDA-9A31-35BA44E3B28F}" type="datetime1">
              <a:rPr lang="en-US" smtClean="0"/>
              <a:pPr>
                <a:defRPr/>
              </a:pPr>
              <a:t>4/29/2024</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D2465A7C-A40A-4F08-860A-C04AE8EFCDA7}" type="slidenum">
              <a:rPr lang="en-US"/>
              <a:pPr>
                <a:defRPr/>
              </a:pPr>
              <a:t>‹#›</a:t>
            </a:fld>
            <a:endParaRPr lang="en-US" dirty="0"/>
          </a:p>
        </p:txBody>
      </p:sp>
    </p:spTree>
  </p:cSld>
  <p:clrMapOvr>
    <a:masterClrMapping/>
  </p:clrMapOvr>
  <p:transition spd="med">
    <p:cu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extLst/>
          </a:lstStyle>
          <a:p>
            <a:pPr>
              <a:defRPr/>
            </a:pPr>
            <a:fld id="{194DE045-897E-43F2-817E-479F4E21F3C3}" type="datetime1">
              <a:rPr lang="en-US" smtClean="0"/>
              <a:pPr>
                <a:defRPr/>
              </a:pPr>
              <a:t>4/29/2024</a:t>
            </a:fld>
            <a:endParaRPr lang="en-US" dirty="0"/>
          </a:p>
        </p:txBody>
      </p:sp>
      <p:sp>
        <p:nvSpPr>
          <p:cNvPr id="3" name="Footer Placeholder 2"/>
          <p:cNvSpPr>
            <a:spLocks noGrp="1"/>
          </p:cNvSpPr>
          <p:nvPr>
            <p:ph type="ftr" sz="quarter" idx="11"/>
          </p:nvPr>
        </p:nvSpPr>
        <p:spPr/>
        <p:txBody>
          <a:bodyPr/>
          <a:lstStyle>
            <a:lvl1pPr>
              <a:defRPr/>
            </a:lvl1pPr>
            <a:extLst/>
          </a:lstStyle>
          <a:p>
            <a:pPr>
              <a:defRPr/>
            </a:pPr>
            <a:endParaRPr lang="en-US"/>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pPr>
              <a:defRPr/>
            </a:pPr>
            <a:fld id="{46A03CA0-6874-4CB9-B7DC-FC0B4EB742EB}" type="slidenum">
              <a:rPr lang="en-US"/>
              <a:pPr>
                <a:defRPr/>
              </a:pPr>
              <a:t>‹#›</a:t>
            </a:fld>
            <a:endParaRPr lang="en-US" dirty="0"/>
          </a:p>
        </p:txBody>
      </p:sp>
    </p:spTree>
  </p:cSld>
  <p:clrMapOvr>
    <a:masterClrMapping/>
  </p:clrMapOvr>
  <p:transition spd="med">
    <p:cu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lstStyle>
            <a:lvl1pPr algn="l">
              <a:buNone/>
              <a:defRPr sz="4200" b="0"/>
            </a:lvl1pPr>
            <a:extLst/>
          </a:lstStyle>
          <a:p>
            <a:r>
              <a:rPr lang="en-US" smtClean="0"/>
              <a:t>Click to edit Master title style</a:t>
            </a:r>
            <a:endParaRPr lang="en-US" dirty="0"/>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9" name="Content Placeholder 8"/>
          <p:cNvSpPr>
            <a:spLocks noGrp="1"/>
          </p:cNvSpPr>
          <p:nvPr>
            <p:ph sz="quarter" idx="13"/>
          </p:nvPr>
        </p:nvSpPr>
        <p:spPr>
          <a:xfrm>
            <a:off x="2362200" y="1428750"/>
            <a:ext cx="6400800" cy="3200400"/>
          </a:xfrm>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13"/>
          <p:cNvSpPr>
            <a:spLocks noGrp="1"/>
          </p:cNvSpPr>
          <p:nvPr>
            <p:ph type="dt" sz="half" idx="14"/>
          </p:nvPr>
        </p:nvSpPr>
        <p:spPr/>
        <p:txBody>
          <a:bodyPr/>
          <a:lstStyle>
            <a:lvl1pPr>
              <a:defRPr/>
            </a:lvl1pPr>
          </a:lstStyle>
          <a:p>
            <a:pPr>
              <a:defRPr/>
            </a:pPr>
            <a:fld id="{DECF72E4-7226-4721-A1F8-309FB886398B}" type="datetime1">
              <a:rPr lang="en-US" smtClean="0"/>
              <a:pPr>
                <a:defRPr/>
              </a:pPr>
              <a:t>4/29/2024</a:t>
            </a:fld>
            <a:endParaRPr lang="en-US" dirty="0"/>
          </a:p>
        </p:txBody>
      </p:sp>
      <p:sp>
        <p:nvSpPr>
          <p:cNvPr id="6" name="Footer Placeholder 2"/>
          <p:cNvSpPr>
            <a:spLocks noGrp="1"/>
          </p:cNvSpPr>
          <p:nvPr>
            <p:ph type="ftr" sz="quarter" idx="15"/>
          </p:nvPr>
        </p:nvSpPr>
        <p:spPr/>
        <p:txBody>
          <a:bodyPr/>
          <a:lstStyle>
            <a:lvl1pPr>
              <a:defRPr/>
            </a:lvl1pPr>
          </a:lstStyle>
          <a:p>
            <a:pPr>
              <a:defRPr/>
            </a:pPr>
            <a:endParaRPr lang="en-US"/>
          </a:p>
        </p:txBody>
      </p:sp>
      <p:sp>
        <p:nvSpPr>
          <p:cNvPr id="7" name="Slide Number Placeholder 22"/>
          <p:cNvSpPr>
            <a:spLocks noGrp="1"/>
          </p:cNvSpPr>
          <p:nvPr>
            <p:ph type="sldNum" sz="quarter" idx="16"/>
          </p:nvPr>
        </p:nvSpPr>
        <p:spPr/>
        <p:txBody>
          <a:bodyPr/>
          <a:lstStyle>
            <a:lvl1pPr>
              <a:defRPr/>
            </a:lvl1pPr>
          </a:lstStyle>
          <a:p>
            <a:pPr>
              <a:defRPr/>
            </a:pPr>
            <a:fld id="{6BACE105-250C-4E6D-BC3E-CE35E13FA601}" type="slidenum">
              <a:rPr lang="en-US"/>
              <a:pPr>
                <a:defRPr/>
              </a:pPr>
              <a:t>‹#›</a:t>
            </a:fld>
            <a:endParaRPr lang="en-US" dirty="0"/>
          </a:p>
        </p:txBody>
      </p:sp>
    </p:spTree>
  </p:cSld>
  <p:clrMapOvr>
    <a:masterClrMapping/>
  </p:clrMapOvr>
  <p:transition spd="med">
    <p:cu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9525" y="3429000"/>
            <a:ext cx="9144000" cy="66516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6" name="Rectangle 5"/>
          <p:cNvSpPr/>
          <p:nvPr/>
        </p:nvSpPr>
        <p:spPr>
          <a:xfrm>
            <a:off x="-9525" y="3497263"/>
            <a:ext cx="1463675" cy="5349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7" name="Rectangle 6"/>
          <p:cNvSpPr/>
          <p:nvPr/>
        </p:nvSpPr>
        <p:spPr>
          <a:xfrm>
            <a:off x="1544638" y="3490913"/>
            <a:ext cx="7589837" cy="534987"/>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Rectangle 7"/>
          <p:cNvSpPr/>
          <p:nvPr/>
        </p:nvSpPr>
        <p:spPr>
          <a:xfrm>
            <a:off x="1447800" y="0"/>
            <a:ext cx="100013" cy="51498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normAutofit/>
          </a:bodyPr>
          <a:lstStyle>
            <a:lvl1pPr>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smtClean="0"/>
              <a:t>Click to edit Master text styles</a:t>
            </a:r>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smtClean="0"/>
              <a:t>Click to edit Master title style</a:t>
            </a:r>
            <a:endParaRPr lang="en-US" dirty="0"/>
          </a:p>
        </p:txBody>
      </p:sp>
      <p:sp>
        <p:nvSpPr>
          <p:cNvPr id="9" name="Date Placeholder 11"/>
          <p:cNvSpPr>
            <a:spLocks noGrp="1"/>
          </p:cNvSpPr>
          <p:nvPr>
            <p:ph type="dt" sz="half" idx="10"/>
          </p:nvPr>
        </p:nvSpPr>
        <p:spPr>
          <a:xfrm>
            <a:off x="6248400" y="4686300"/>
            <a:ext cx="2667000" cy="274638"/>
          </a:xfrm>
        </p:spPr>
        <p:txBody>
          <a:bodyPr rtlCol="0"/>
          <a:lstStyle>
            <a:lvl1pPr>
              <a:defRPr/>
            </a:lvl1pPr>
            <a:extLst/>
          </a:lstStyle>
          <a:p>
            <a:pPr>
              <a:defRPr/>
            </a:pPr>
            <a:fld id="{04632932-A53C-4D13-AF6D-5AFB034F9207}" type="datetime1">
              <a:rPr lang="en-US" smtClean="0"/>
              <a:pPr>
                <a:defRPr/>
              </a:pPr>
              <a:t>4/29/2024</a:t>
            </a:fld>
            <a:endParaRPr lang="en-US" dirty="0"/>
          </a:p>
        </p:txBody>
      </p:sp>
      <p:sp>
        <p:nvSpPr>
          <p:cNvPr id="10" name="Slide Number Placeholder 12"/>
          <p:cNvSpPr>
            <a:spLocks noGrp="1"/>
          </p:cNvSpPr>
          <p:nvPr>
            <p:ph type="sldNum" sz="quarter" idx="11"/>
          </p:nvPr>
        </p:nvSpPr>
        <p:spPr>
          <a:xfrm>
            <a:off x="0" y="3500438"/>
            <a:ext cx="1447800" cy="498475"/>
          </a:xfrm>
        </p:spPr>
        <p:txBody>
          <a:bodyPr rtlCol="0"/>
          <a:lstStyle>
            <a:lvl1pPr>
              <a:defRPr sz="2800"/>
            </a:lvl1pPr>
            <a:extLst/>
          </a:lstStyle>
          <a:p>
            <a:pPr>
              <a:defRPr/>
            </a:pPr>
            <a:fld id="{428E7C1F-1221-4058-8989-BB5F2B4E7F45}" type="slidenum">
              <a:rPr lang="en-US"/>
              <a:pPr>
                <a:defRPr/>
              </a:pPr>
              <a:t>‹#›</a:t>
            </a:fld>
            <a:endParaRPr lang="en-US" dirty="0"/>
          </a:p>
        </p:txBody>
      </p:sp>
      <p:sp>
        <p:nvSpPr>
          <p:cNvPr id="11" name="Footer Placeholder 13"/>
          <p:cNvSpPr>
            <a:spLocks noGrp="1"/>
          </p:cNvSpPr>
          <p:nvPr>
            <p:ph type="ftr" sz="quarter" idx="12"/>
          </p:nvPr>
        </p:nvSpPr>
        <p:spPr>
          <a:xfrm>
            <a:off x="1600200" y="4686300"/>
            <a:ext cx="4572000" cy="273050"/>
          </a:xfrm>
        </p:spPr>
        <p:txBody>
          <a:bodyPr rtlCol="0"/>
          <a:lstStyle>
            <a:lvl1pPr>
              <a:defRPr/>
            </a:lvl1pPr>
            <a:extLst/>
          </a:lstStyle>
          <a:p>
            <a:pPr>
              <a:defRPr/>
            </a:pPr>
            <a:endParaRPr lang="en-US"/>
          </a:p>
        </p:txBody>
      </p:sp>
    </p:spTree>
  </p:cSld>
  <p:clrMapOvr>
    <a:overrideClrMapping bg1="dk1" tx1="lt1" bg2="dk2" tx2="lt2" accent1="accent1" accent2="accent2" accent3="accent3" accent4="accent4" accent5="accent5" accent6="accent6" hlink="hlink" folHlink="folHlink"/>
  </p:clrMapOvr>
  <p:transition spd="med">
    <p:cu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612775" y="1352550"/>
            <a:ext cx="8153400" cy="3241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096000" y="4686300"/>
            <a:ext cx="2667000" cy="274638"/>
          </a:xfrm>
          <a:prstGeom prst="rect">
            <a:avLst/>
          </a:prstGeom>
        </p:spPr>
        <p:txBody>
          <a:bodyPr vert="horz" anchor="ctr" anchorCtr="0"/>
          <a:lstStyle>
            <a:lvl1pPr algn="l" fontAlgn="auto">
              <a:spcBef>
                <a:spcPts val="0"/>
              </a:spcBef>
              <a:spcAft>
                <a:spcPts val="0"/>
              </a:spcAft>
              <a:defRPr sz="1400">
                <a:solidFill>
                  <a:schemeClr val="tx2"/>
                </a:solidFill>
                <a:latin typeface="+mn-lt"/>
                <a:cs typeface="+mn-cs"/>
              </a:defRPr>
            </a:lvl1pPr>
            <a:extLst/>
          </a:lstStyle>
          <a:p>
            <a:pPr>
              <a:defRPr/>
            </a:pPr>
            <a:fld id="{07EFF9F7-BFB8-4698-9259-9F212830C1B6}" type="datetime1">
              <a:rPr lang="en-US" smtClean="0"/>
              <a:pPr>
                <a:defRPr/>
              </a:pPr>
              <a:t>4/29/2024</a:t>
            </a:fld>
            <a:endParaRPr lang="en-US" dirty="0"/>
          </a:p>
        </p:txBody>
      </p:sp>
      <p:sp>
        <p:nvSpPr>
          <p:cNvPr id="3" name="Footer Placeholder 2"/>
          <p:cNvSpPr>
            <a:spLocks noGrp="1"/>
          </p:cNvSpPr>
          <p:nvPr>
            <p:ph type="ftr" sz="quarter" idx="3"/>
          </p:nvPr>
        </p:nvSpPr>
        <p:spPr>
          <a:xfrm>
            <a:off x="609600" y="4686300"/>
            <a:ext cx="5421313" cy="273050"/>
          </a:xfrm>
          <a:prstGeom prst="rect">
            <a:avLst/>
          </a:prstGeom>
        </p:spPr>
        <p:txBody>
          <a:bodyPr vert="horz" anchor="ctr"/>
          <a:lstStyle>
            <a:lvl1pPr algn="r" fontAlgn="auto">
              <a:spcBef>
                <a:spcPts val="0"/>
              </a:spcBef>
              <a:spcAft>
                <a:spcPts val="0"/>
              </a:spcAft>
              <a:defRPr sz="1400">
                <a:solidFill>
                  <a:schemeClr val="tx2"/>
                </a:solidFill>
                <a:latin typeface="+mn-lt"/>
                <a:cs typeface="+mn-cs"/>
              </a:defRPr>
            </a:lvl1pPr>
            <a:extLst/>
          </a:lstStyle>
          <a:p>
            <a:pPr>
              <a:defRPr/>
            </a:pPr>
            <a:endParaRPr lang="en-US"/>
          </a:p>
        </p:txBody>
      </p:sp>
      <p:sp>
        <p:nvSpPr>
          <p:cNvPr id="7" name="Rectangle 6"/>
          <p:cNvSpPr/>
          <p:nvPr/>
        </p:nvSpPr>
        <p:spPr>
          <a:xfrm>
            <a:off x="0" y="1095375"/>
            <a:ext cx="9144000" cy="2397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8" name="Rectangle 7"/>
          <p:cNvSpPr/>
          <p:nvPr/>
        </p:nvSpPr>
        <p:spPr>
          <a:xfrm>
            <a:off x="0" y="1128713"/>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9" name="Rectangle 8"/>
          <p:cNvSpPr/>
          <p:nvPr/>
        </p:nvSpPr>
        <p:spPr>
          <a:xfrm>
            <a:off x="590550" y="1128713"/>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sp>
        <p:nvSpPr>
          <p:cNvPr id="23" name="Slide Number Placeholder 22"/>
          <p:cNvSpPr>
            <a:spLocks noGrp="1"/>
          </p:cNvSpPr>
          <p:nvPr>
            <p:ph type="sldNum" sz="quarter" idx="4"/>
          </p:nvPr>
        </p:nvSpPr>
        <p:spPr>
          <a:xfrm>
            <a:off x="0" y="1123950"/>
            <a:ext cx="533400" cy="182563"/>
          </a:xfrm>
          <a:prstGeom prst="rect">
            <a:avLst/>
          </a:prstGeom>
        </p:spPr>
        <p:txBody>
          <a:bodyPr vert="horz" anchor="ctr" anchorCtr="0">
            <a:normAutofit/>
          </a:bodyPr>
          <a:lstStyle>
            <a:lvl1pPr algn="ctr" fontAlgn="auto">
              <a:spcBef>
                <a:spcPts val="0"/>
              </a:spcBef>
              <a:spcAft>
                <a:spcPts val="0"/>
              </a:spcAft>
              <a:defRPr sz="1400" b="1">
                <a:solidFill>
                  <a:srgbClr val="FFFFFF"/>
                </a:solidFill>
                <a:latin typeface="+mn-lt"/>
                <a:cs typeface="+mn-cs"/>
              </a:defRPr>
            </a:lvl1pPr>
            <a:extLst/>
          </a:lstStyle>
          <a:p>
            <a:pPr>
              <a:defRPr/>
            </a:pPr>
            <a:fld id="{D7E8F9D7-FE14-4B9B-8F81-F42B62A56D38}" type="slidenum">
              <a:rPr lang="en-US"/>
              <a:pPr>
                <a:defRPr/>
              </a:pPr>
              <a:t>‹#›</a:t>
            </a:fld>
            <a:endParaRPr lang="en-US" dirty="0"/>
          </a:p>
        </p:txBody>
      </p:sp>
      <p:sp>
        <p:nvSpPr>
          <p:cNvPr id="1033" name="Title Placeholder 21"/>
          <p:cNvSpPr>
            <a:spLocks noGrp="1"/>
          </p:cNvSpPr>
          <p:nvPr>
            <p:ph type="title"/>
          </p:nvPr>
        </p:nvSpPr>
        <p:spPr bwMode="auto">
          <a:xfrm>
            <a:off x="609600" y="117475"/>
            <a:ext cx="8153400" cy="100647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4066" r:id="rId1"/>
    <p:sldLayoutId id="2147484063" r:id="rId2"/>
    <p:sldLayoutId id="2147484067" r:id="rId3"/>
    <p:sldLayoutId id="2147484068" r:id="rId4"/>
    <p:sldLayoutId id="2147484069" r:id="rId5"/>
    <p:sldLayoutId id="2147484064" r:id="rId6"/>
    <p:sldLayoutId id="2147484070" r:id="rId7"/>
    <p:sldLayoutId id="2147484065" r:id="rId8"/>
    <p:sldLayoutId id="2147484071" r:id="rId9"/>
  </p:sldLayoutIdLst>
  <p:transition spd="med">
    <p:cut/>
  </p:transition>
  <p:hf sldNum="0" hdr="0" ftr="0" dt="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w Cen MT" pitchFamily="34" charset="0"/>
        </a:defRPr>
      </a:lvl2pPr>
      <a:lvl3pPr algn="l" rtl="0" eaLnBrk="0" fontAlgn="base" hangingPunct="0">
        <a:spcBef>
          <a:spcPct val="0"/>
        </a:spcBef>
        <a:spcAft>
          <a:spcPct val="0"/>
        </a:spcAft>
        <a:defRPr sz="4200">
          <a:solidFill>
            <a:schemeClr val="tx2"/>
          </a:solidFill>
          <a:latin typeface="Tw Cen MT" pitchFamily="34" charset="0"/>
        </a:defRPr>
      </a:lvl3pPr>
      <a:lvl4pPr algn="l" rtl="0" eaLnBrk="0" fontAlgn="base" hangingPunct="0">
        <a:spcBef>
          <a:spcPct val="0"/>
        </a:spcBef>
        <a:spcAft>
          <a:spcPct val="0"/>
        </a:spcAft>
        <a:defRPr sz="4200">
          <a:solidFill>
            <a:schemeClr val="tx2"/>
          </a:solidFill>
          <a:latin typeface="Tw Cen MT" pitchFamily="34" charset="0"/>
        </a:defRPr>
      </a:lvl4pPr>
      <a:lvl5pPr algn="l" rtl="0" eaLnBrk="0" fontAlgn="base" hangingPunct="0">
        <a:spcBef>
          <a:spcPct val="0"/>
        </a:spcBef>
        <a:spcAft>
          <a:spcPct val="0"/>
        </a:spcAft>
        <a:defRPr sz="4200">
          <a:solidFill>
            <a:schemeClr val="tx2"/>
          </a:solidFill>
          <a:latin typeface="Tw Cen MT" pitchFamily="34" charset="0"/>
        </a:defRPr>
      </a:lvl5pPr>
      <a:lvl6pPr marL="457200" algn="l" rtl="0" eaLnBrk="1" fontAlgn="base" hangingPunct="1">
        <a:spcBef>
          <a:spcPct val="0"/>
        </a:spcBef>
        <a:spcAft>
          <a:spcPct val="0"/>
        </a:spcAft>
        <a:defRPr sz="4200">
          <a:solidFill>
            <a:schemeClr val="tx2"/>
          </a:solidFill>
          <a:latin typeface="Tw Cen MT" pitchFamily="34" charset="0"/>
        </a:defRPr>
      </a:lvl6pPr>
      <a:lvl7pPr marL="914400" algn="l" rtl="0" eaLnBrk="1" fontAlgn="base" hangingPunct="1">
        <a:spcBef>
          <a:spcPct val="0"/>
        </a:spcBef>
        <a:spcAft>
          <a:spcPct val="0"/>
        </a:spcAft>
        <a:defRPr sz="4200">
          <a:solidFill>
            <a:schemeClr val="tx2"/>
          </a:solidFill>
          <a:latin typeface="Tw Cen MT" pitchFamily="34" charset="0"/>
        </a:defRPr>
      </a:lvl7pPr>
      <a:lvl8pPr marL="1371600" algn="l" rtl="0" eaLnBrk="1" fontAlgn="base" hangingPunct="1">
        <a:spcBef>
          <a:spcPct val="0"/>
        </a:spcBef>
        <a:spcAft>
          <a:spcPct val="0"/>
        </a:spcAft>
        <a:defRPr sz="4200">
          <a:solidFill>
            <a:schemeClr val="tx2"/>
          </a:solidFill>
          <a:latin typeface="Tw Cen MT" pitchFamily="34" charset="0"/>
        </a:defRPr>
      </a:lvl8pPr>
      <a:lvl9pPr marL="1828800" algn="l" rtl="0" eaLnBrk="1" fontAlgn="base" hangingPunct="1">
        <a:spcBef>
          <a:spcPct val="0"/>
        </a:spcBef>
        <a:spcAft>
          <a:spcPct val="0"/>
        </a:spcAft>
        <a:defRPr sz="4200">
          <a:solidFill>
            <a:schemeClr val="tx2"/>
          </a:solidFill>
          <a:latin typeface="Tw Cen MT" pitchFamily="34" charset="0"/>
        </a:defRPr>
      </a:lvl9pPr>
      <a:extLst/>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EB641B"/>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39639D"/>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194" name="Rectangle 2"/>
          <p:cNvSpPr>
            <a:spLocks noGrp="1"/>
          </p:cNvSpPr>
          <p:nvPr>
            <p:ph type="body" sz="half" idx="2"/>
          </p:nvPr>
        </p:nvSpPr>
        <p:spPr/>
        <p:txBody>
          <a:bodyPr/>
          <a:lstStyle/>
          <a:p>
            <a:pPr eaLnBrk="1" hangingPunct="1"/>
            <a:r>
              <a:rPr lang="en-US" b="1" dirty="0" smtClean="0"/>
              <a:t>By </a:t>
            </a:r>
            <a:r>
              <a:rPr lang="en-US" b="1" dirty="0" err="1" smtClean="0"/>
              <a:t>Saurabh</a:t>
            </a:r>
            <a:r>
              <a:rPr lang="en-US" b="1" dirty="0" smtClean="0"/>
              <a:t> Sharma </a:t>
            </a:r>
          </a:p>
        </p:txBody>
      </p:sp>
      <p:sp>
        <p:nvSpPr>
          <p:cNvPr id="4" name="Rectangle 3"/>
          <p:cNvSpPr>
            <a:spLocks noGrp="1"/>
          </p:cNvSpPr>
          <p:nvPr>
            <p:ph type="title"/>
          </p:nvPr>
        </p:nvSpPr>
        <p:spPr/>
        <p:txBody>
          <a:bodyPr>
            <a:normAutofit fontScale="90000"/>
          </a:bodyPr>
          <a:lstStyle>
            <a:extLst/>
          </a:lstStyle>
          <a:p>
            <a:pPr eaLnBrk="1" fontAlgn="auto" hangingPunct="1">
              <a:spcAft>
                <a:spcPts val="0"/>
              </a:spcAft>
              <a:defRPr/>
            </a:pPr>
            <a:r>
              <a:rPr lang="en-US" b="1" smtClean="0"/>
              <a:t>React</a:t>
            </a:r>
            <a:endParaRPr lang="en-US" dirty="0"/>
          </a:p>
        </p:txBody>
      </p:sp>
      <p:sp>
        <p:nvSpPr>
          <p:cNvPr id="60420" name="AutoShape 4" descr="React Logo PNG Transparent &amp; SVG Vector - Freebie Suppl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0422" name="Picture 6" descr="C:\Users\Saurabh Kuamar\AppData\Local\Packages\Microsoft.Windows.Photos_8wekyb3d8bbwe\TempState\ShareServiceTempFolder\download.jpeg"/>
          <p:cNvPicPr>
            <a:picLocks noChangeAspect="1" noChangeArrowheads="1"/>
          </p:cNvPicPr>
          <p:nvPr/>
        </p:nvPicPr>
        <p:blipFill>
          <a:blip r:embed="rId3" cstate="print"/>
          <a:srcRect/>
          <a:stretch>
            <a:fillRect/>
          </a:stretch>
        </p:blipFill>
        <p:spPr bwMode="auto">
          <a:xfrm>
            <a:off x="3347864" y="123478"/>
            <a:ext cx="3456384" cy="3253067"/>
          </a:xfrm>
          <a:prstGeom prst="rect">
            <a:avLst/>
          </a:prstGeom>
          <a:noFill/>
        </p:spPr>
      </p:pic>
    </p:spTree>
  </p:cSld>
  <p:clrMapOvr>
    <a:overrideClrMapping bg1="dk1" tx1="lt1" bg2="dk2" tx2="lt2" accent1="accent1" accent2="accent2" accent3="accent3" accent4="accent4" accent5="accent5" accent6="accent6" hlink="hlink" folHlink="folHlink"/>
  </p:clrMapOvr>
  <p:transition spd="med">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What is React?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solidFill>
                  <a:schemeClr val="tx1"/>
                </a:solidFill>
                <a:latin typeface="Calibri" pitchFamily="34" charset="0"/>
                <a:cs typeface="Times New Roman" pitchFamily="18" charset="0"/>
              </a:rPr>
              <a:t>Open source java script library for building user interface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solidFill>
                  <a:schemeClr val="tx1"/>
                </a:solidFill>
                <a:latin typeface="Calibri" pitchFamily="34" charset="0"/>
                <a:cs typeface="Times New Roman" pitchFamily="18" charset="0"/>
              </a:rPr>
              <a:t>It was developed by </a:t>
            </a:r>
            <a:r>
              <a:rPr lang="en-US" sz="1400" dirty="0" err="1" smtClean="0">
                <a:solidFill>
                  <a:schemeClr val="tx1"/>
                </a:solidFill>
                <a:latin typeface="Calibri" pitchFamily="34" charset="0"/>
                <a:cs typeface="Times New Roman" pitchFamily="18" charset="0"/>
              </a:rPr>
              <a:t>Facebook</a:t>
            </a:r>
            <a:r>
              <a:rPr lang="en-US" sz="1400" dirty="0" smtClean="0">
                <a:solidFill>
                  <a:schemeClr val="tx1"/>
                </a:solidFill>
                <a:latin typeface="Calibri" pitchFamily="34" charset="0"/>
                <a:cs typeface="Times New Roman" pitchFamily="18" charset="0"/>
              </a:rPr>
              <a:t> and released in 2013.</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solidFill>
                  <a:schemeClr val="tx1"/>
                </a:solidFill>
                <a:latin typeface="Calibri" pitchFamily="34" charset="0"/>
                <a:cs typeface="Times New Roman" pitchFamily="18" charset="0"/>
              </a:rPr>
              <a:t>React uses a virtual DOM to improve performance by updating only the parts of the actual DOM that have changed, rather than re-rendering the entire DOM each time there's a change in the application state.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solidFill>
                  <a:schemeClr val="tx1"/>
                </a:solidFill>
                <a:latin typeface="Calibri" pitchFamily="34" charset="0"/>
                <a:cs typeface="Times New Roman" pitchFamily="18" charset="0"/>
              </a:rPr>
              <a:t>Not a framework</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solidFill>
                  <a:schemeClr val="tx1"/>
                </a:solidFill>
                <a:latin typeface="Calibri" pitchFamily="34" charset="0"/>
                <a:cs typeface="Times New Roman" pitchFamily="18" charset="0"/>
              </a:rPr>
              <a:t>Focus on UI</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Large Ecosystem and Community Support</a:t>
            </a:r>
            <a:endParaRPr lang="en-US" sz="1400" dirty="0">
              <a:solidFill>
                <a:schemeClr val="tx1"/>
              </a:solidFill>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Why learn React?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Efficiency and Performance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Component-Based Architecture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Created and maintained by </a:t>
            </a:r>
            <a:r>
              <a:rPr lang="en-US" sz="1400" dirty="0" err="1" smtClean="0">
                <a:latin typeface="Calibri" pitchFamily="34" charset="0"/>
                <a:cs typeface="Calibri" pitchFamily="34" charset="0"/>
              </a:rPr>
              <a:t>Facebook</a:t>
            </a:r>
            <a:endParaRPr lang="en-US" sz="1400" dirty="0" smtClean="0">
              <a:latin typeface="Calibri" pitchFamily="34" charset="0"/>
              <a:cs typeface="Calibri" pitchFamily="34" charset="0"/>
            </a:endParaRP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Huge community</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In demand </a:t>
            </a:r>
            <a:r>
              <a:rPr lang="en-US" sz="1400" dirty="0" err="1" smtClean="0">
                <a:latin typeface="Calibri" pitchFamily="34" charset="0"/>
                <a:cs typeface="Calibri" pitchFamily="34" charset="0"/>
              </a:rPr>
              <a:t>skillset</a:t>
            </a:r>
            <a:endParaRPr lang="en-US" sz="1400" dirty="0" smtClean="0">
              <a:latin typeface="Calibri" pitchFamily="34" charset="0"/>
              <a:cs typeface="Calibri" pitchFamily="34" charset="0"/>
            </a:endParaRP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JSX</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Cross-Platform Development</a:t>
            </a:r>
          </a:p>
        </p:txBody>
      </p:sp>
    </p:spTree>
  </p:cSld>
  <p:clrMapOvr>
    <a:masterClrMapping/>
  </p:clrMapOvr>
  <p:transition spd="med">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marL="320040" indent="-320040" eaLnBrk="1" fontAlgn="auto" hangingPunct="1">
              <a:spcAft>
                <a:spcPts val="0"/>
              </a:spcAft>
              <a:defRPr/>
            </a:pPr>
            <a:r>
              <a:rPr lang="en-US" sz="3600" b="1" dirty="0" smtClean="0">
                <a:latin typeface="Calibri" pitchFamily="34" charset="0"/>
                <a:cs typeface="Calibri" pitchFamily="34" charset="0"/>
              </a:rPr>
              <a:t>Component-Based Architecture</a:t>
            </a:r>
          </a:p>
        </p:txBody>
      </p:sp>
      <p:pic>
        <p:nvPicPr>
          <p:cNvPr id="266242" name="Picture 2"/>
          <p:cNvPicPr>
            <a:picLocks noGrp="1" noChangeAspect="1" noChangeArrowheads="1"/>
          </p:cNvPicPr>
          <p:nvPr>
            <p:ph sz="quarter" idx="13"/>
          </p:nvPr>
        </p:nvPicPr>
        <p:blipFill>
          <a:blip r:embed="rId3" cstate="print"/>
          <a:srcRect/>
          <a:stretch>
            <a:fillRect/>
          </a:stretch>
        </p:blipFill>
        <p:spPr bwMode="auto">
          <a:xfrm>
            <a:off x="1403648" y="1492250"/>
            <a:ext cx="5799236" cy="3060296"/>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React is declarative</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Tell React what you want and react will build the actual UI</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React's declarative syntax allows developers to describe the desired UI based on the application state. This makes the code more predictable and easier to understand, leading to improved developer productivity and fewer bugs.</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DOM updates are handles gracefully in react</a:t>
            </a:r>
          </a:p>
        </p:txBody>
      </p:sp>
    </p:spTree>
  </p:cSld>
  <p:clrMapOvr>
    <a:masterClrMapping/>
  </p:clrMapOvr>
  <p:transition spd="med">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More on why React?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Seamlessly integrate react into any of your applications.</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React can be used to build not only web applications but also mobile applications using frameworks like React Native. This allows developers to leverage their existing knowledge of React to build native mobile apps for </a:t>
            </a:r>
            <a:r>
              <a:rPr lang="en-US" sz="1400" dirty="0" err="1" smtClean="0">
                <a:latin typeface="Calibri" pitchFamily="34" charset="0"/>
                <a:cs typeface="Calibri" pitchFamily="34" charset="0"/>
              </a:rPr>
              <a:t>iOS</a:t>
            </a:r>
            <a:r>
              <a:rPr lang="en-US" sz="1400" dirty="0" smtClean="0">
                <a:latin typeface="Calibri" pitchFamily="34" charset="0"/>
                <a:cs typeface="Calibri" pitchFamily="34" charset="0"/>
              </a:rPr>
              <a:t> and Android platforms, further increasing productivity and reducing development time.</a:t>
            </a:r>
          </a:p>
        </p:txBody>
      </p:sp>
    </p:spTree>
  </p:cSld>
  <p:clrMapOvr>
    <a:masterClrMapping/>
  </p:clrMapOvr>
  <p:transition spd="med">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Prerequisites</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HTML</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CSS</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JavaScript</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ES6</a:t>
            </a:r>
          </a:p>
          <a:p>
            <a:pPr marL="320040" indent="-320040" algn="just" eaLnBrk="1" fontAlgn="auto" hangingPunct="1">
              <a:spcAft>
                <a:spcPts val="0"/>
              </a:spcAft>
              <a:buClr>
                <a:schemeClr val="tx1">
                  <a:shade val="95000"/>
                </a:schemeClr>
              </a:buClr>
              <a:buNone/>
              <a:defRPr/>
            </a:pPr>
            <a:r>
              <a:rPr lang="en-US" sz="1400" dirty="0" smtClean="0">
                <a:latin typeface="Calibri" pitchFamily="34" charset="0"/>
                <a:cs typeface="Calibri" pitchFamily="34" charset="0"/>
              </a:rPr>
              <a:t>We will start React from scratch</a:t>
            </a:r>
          </a:p>
        </p:txBody>
      </p:sp>
    </p:spTree>
  </p:cSld>
  <p:clrMapOvr>
    <a:masterClrMapping/>
  </p:clrMapOvr>
  <p:transition spd="med">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Development Environment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Node Js : JavaScript runtime environment</a:t>
            </a:r>
          </a:p>
          <a:p>
            <a:pPr marL="320040" indent="-320040" algn="just" eaLnBrk="1" fontAlgn="auto" hangingPunct="1">
              <a:spcAft>
                <a:spcPts val="0"/>
              </a:spcAft>
              <a:buClr>
                <a:schemeClr val="tx1">
                  <a:shade val="95000"/>
                </a:schemeClr>
              </a:buClr>
              <a:buFont typeface="Wingdings" pitchFamily="2" charset="2"/>
              <a:buChar char="v"/>
              <a:defRPr/>
            </a:pPr>
            <a:r>
              <a:rPr lang="en-US" sz="1400" b="1" dirty="0" smtClean="0">
                <a:latin typeface="Calibri" pitchFamily="34" charset="0"/>
                <a:cs typeface="Calibri" pitchFamily="34" charset="0"/>
              </a:rPr>
              <a:t>Visual</a:t>
            </a:r>
            <a:r>
              <a:rPr lang="en-US" sz="1400" dirty="0" smtClean="0">
                <a:latin typeface="Calibri" pitchFamily="34" charset="0"/>
                <a:cs typeface="Calibri" pitchFamily="34" charset="0"/>
              </a:rPr>
              <a:t> Studio </a:t>
            </a:r>
            <a:r>
              <a:rPr lang="en-US" sz="1400" b="1" dirty="0" smtClean="0">
                <a:latin typeface="Calibri" pitchFamily="34" charset="0"/>
                <a:cs typeface="Calibri" pitchFamily="34" charset="0"/>
              </a:rPr>
              <a:t>Code</a:t>
            </a:r>
            <a:r>
              <a:rPr lang="en-US" sz="1400" dirty="0" smtClean="0">
                <a:latin typeface="Calibri" pitchFamily="34" charset="0"/>
                <a:cs typeface="Calibri" pitchFamily="34" charset="0"/>
              </a:rPr>
              <a:t>  as code editor</a:t>
            </a:r>
          </a:p>
          <a:p>
            <a:pPr marL="320040" indent="-320040" algn="just" eaLnBrk="1" fontAlgn="auto" hangingPunct="1">
              <a:spcAft>
                <a:spcPts val="0"/>
              </a:spcAft>
              <a:buClr>
                <a:schemeClr val="tx1">
                  <a:shade val="95000"/>
                </a:schemeClr>
              </a:buClr>
              <a:buNone/>
              <a:defRPr/>
            </a:pPr>
            <a:endParaRPr lang="en-US" sz="1400" dirty="0" smtClean="0">
              <a:latin typeface="Calibri" pitchFamily="34" charset="0"/>
              <a:cs typeface="Calibri" pitchFamily="34" charset="0"/>
            </a:endParaRPr>
          </a:p>
        </p:txBody>
      </p:sp>
    </p:spTree>
  </p:cSld>
  <p:clrMapOvr>
    <a:masterClrMapping/>
  </p:clrMapOvr>
  <p:transition spd="med">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Create First React App</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Open command prompt or terminal in </a:t>
            </a:r>
            <a:r>
              <a:rPr lang="en-US" sz="1400" dirty="0" err="1" smtClean="0">
                <a:latin typeface="Calibri" pitchFamily="34" charset="0"/>
                <a:cs typeface="Calibri" pitchFamily="34" charset="0"/>
              </a:rPr>
              <a:t>vs</a:t>
            </a:r>
            <a:r>
              <a:rPr lang="en-US" sz="1400" dirty="0" smtClean="0">
                <a:latin typeface="Calibri" pitchFamily="34" charset="0"/>
                <a:cs typeface="Calibri" pitchFamily="34" charset="0"/>
              </a:rPr>
              <a:t> code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Use below command to create react app</a:t>
            </a:r>
          </a:p>
          <a:p>
            <a:pPr marL="640715" lvl="1" indent="-320040" algn="just" eaLnBrk="1" fontAlgn="auto" hangingPunct="1">
              <a:spcAft>
                <a:spcPts val="0"/>
              </a:spcAft>
              <a:buClr>
                <a:schemeClr val="tx1">
                  <a:shade val="95000"/>
                </a:schemeClr>
              </a:buClr>
              <a:buFont typeface="Courier New" pitchFamily="49" charset="0"/>
              <a:buChar char="o"/>
              <a:defRPr/>
            </a:pPr>
            <a:r>
              <a:rPr lang="en-US" sz="1400" b="1" dirty="0" err="1" smtClean="0">
                <a:latin typeface="Calibri" pitchFamily="34" charset="0"/>
                <a:cs typeface="Calibri" pitchFamily="34" charset="0"/>
              </a:rPr>
              <a:t>npx</a:t>
            </a:r>
            <a:r>
              <a:rPr lang="en-US" sz="1400" b="1" dirty="0" smtClean="0">
                <a:latin typeface="Calibri" pitchFamily="34" charset="0"/>
                <a:cs typeface="Calibri" pitchFamily="34" charset="0"/>
              </a:rPr>
              <a:t> create-react-app &lt;project name&gt; </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Open project in </a:t>
            </a:r>
            <a:r>
              <a:rPr lang="en-US" sz="1400" dirty="0" err="1" smtClean="0">
                <a:latin typeface="Calibri" pitchFamily="34" charset="0"/>
                <a:cs typeface="Calibri" pitchFamily="34" charset="0"/>
              </a:rPr>
              <a:t>vs</a:t>
            </a:r>
            <a:r>
              <a:rPr lang="en-US" sz="1400" dirty="0" smtClean="0">
                <a:latin typeface="Calibri" pitchFamily="34" charset="0"/>
                <a:cs typeface="Calibri" pitchFamily="34" charset="0"/>
              </a:rPr>
              <a:t> code </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To run the project use command </a:t>
            </a:r>
            <a:r>
              <a:rPr lang="en-US" sz="1400" b="1" dirty="0" err="1" smtClean="0">
                <a:latin typeface="Calibri" pitchFamily="34" charset="0"/>
                <a:cs typeface="Calibri" pitchFamily="34" charset="0"/>
              </a:rPr>
              <a:t>npm</a:t>
            </a:r>
            <a:r>
              <a:rPr lang="en-US" sz="1400" b="1" dirty="0" smtClean="0">
                <a:latin typeface="Calibri" pitchFamily="34" charset="0"/>
                <a:cs typeface="Calibri" pitchFamily="34" charset="0"/>
              </a:rPr>
              <a:t> start</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It will open a browser and run project on port 3000</a:t>
            </a:r>
          </a:p>
        </p:txBody>
      </p:sp>
    </p:spTree>
  </p:cSld>
  <p:clrMapOvr>
    <a:masterClrMapping/>
  </p:clrMapOvr>
  <p:transition spd="med">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Folder structure of React App</a:t>
            </a:r>
          </a:p>
        </p:txBody>
      </p:sp>
      <p:pic>
        <p:nvPicPr>
          <p:cNvPr id="267267" name="Picture 3"/>
          <p:cNvPicPr>
            <a:picLocks noGrp="1" noChangeAspect="1" noChangeArrowheads="1"/>
          </p:cNvPicPr>
          <p:nvPr>
            <p:ph sz="quarter" idx="13"/>
          </p:nvPr>
        </p:nvPicPr>
        <p:blipFill>
          <a:blip r:embed="rId3" cstate="print"/>
          <a:srcRect/>
          <a:stretch>
            <a:fillRect/>
          </a:stretch>
        </p:blipFill>
        <p:spPr bwMode="auto">
          <a:xfrm>
            <a:off x="2771800" y="1347614"/>
            <a:ext cx="2459311" cy="3600400"/>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marL="320040" indent="-320040" eaLnBrk="1" fontAlgn="auto" hangingPunct="1">
              <a:spcAft>
                <a:spcPts val="0"/>
              </a:spcAft>
              <a:defRPr/>
            </a:pPr>
            <a:r>
              <a:rPr lang="en-US" sz="3600" b="1" dirty="0" smtClean="0">
                <a:latin typeface="Calibri" pitchFamily="34" charset="0"/>
                <a:cs typeface="Calibri" pitchFamily="34" charset="0"/>
              </a:rPr>
              <a:t>Component</a:t>
            </a:r>
          </a:p>
        </p:txBody>
      </p:sp>
      <p:pic>
        <p:nvPicPr>
          <p:cNvPr id="266242" name="Picture 2"/>
          <p:cNvPicPr>
            <a:picLocks noGrp="1" noChangeAspect="1" noChangeArrowheads="1"/>
          </p:cNvPicPr>
          <p:nvPr>
            <p:ph sz="quarter" idx="13"/>
          </p:nvPr>
        </p:nvPicPr>
        <p:blipFill>
          <a:blip r:embed="rId3" cstate="print"/>
          <a:srcRect/>
          <a:stretch>
            <a:fillRect/>
          </a:stretch>
        </p:blipFill>
        <p:spPr bwMode="auto">
          <a:xfrm>
            <a:off x="467544" y="1419622"/>
            <a:ext cx="7560840" cy="3723878"/>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Component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In React, a component is a reusable building block for creating user interfaces. Components are the fundamental units of a React application, and they encapsulate both the UI elements and the behavior of a particular part of the user interface.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Is a JavaScript file.</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It will save with .</a:t>
            </a:r>
            <a:r>
              <a:rPr lang="en-US" sz="1400" dirty="0" err="1" smtClean="0">
                <a:latin typeface="Calibri" pitchFamily="34" charset="0"/>
                <a:cs typeface="Calibri" pitchFamily="34" charset="0"/>
              </a:rPr>
              <a:t>js</a:t>
            </a:r>
            <a:r>
              <a:rPr lang="en-US" sz="1400" dirty="0" smtClean="0">
                <a:latin typeface="Calibri" pitchFamily="34" charset="0"/>
                <a:cs typeface="Calibri" pitchFamily="34" charset="0"/>
              </a:rPr>
              <a:t> extension like </a:t>
            </a:r>
            <a:r>
              <a:rPr lang="en-US" sz="1400" b="1" dirty="0" smtClean="0">
                <a:latin typeface="Calibri" pitchFamily="34" charset="0"/>
                <a:cs typeface="Calibri" pitchFamily="34" charset="0"/>
              </a:rPr>
              <a:t>app.js</a:t>
            </a:r>
            <a:r>
              <a:rPr lang="en-US" sz="1400" dirty="0" smtClean="0">
                <a:latin typeface="Calibri" pitchFamily="34" charset="0"/>
                <a:cs typeface="Calibri" pitchFamily="34" charset="0"/>
              </a:rPr>
              <a:t> is a component.</a:t>
            </a:r>
          </a:p>
        </p:txBody>
      </p:sp>
    </p:spTree>
  </p:cSld>
  <p:clrMapOvr>
    <a:masterClrMapping/>
  </p:clrMapOvr>
  <p:transition spd="med">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Types of component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Functional component </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Class Component</a:t>
            </a:r>
          </a:p>
        </p:txBody>
      </p:sp>
    </p:spTree>
  </p:cSld>
  <p:clrMapOvr>
    <a:masterClrMapping/>
  </p:clrMapOvr>
  <p:transition spd="med">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Functional Component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200" dirty="0" smtClean="0">
                <a:latin typeface="Calibri" pitchFamily="34" charset="0"/>
                <a:cs typeface="Calibri" pitchFamily="34" charset="0"/>
              </a:rPr>
              <a:t>Functional components are JavaScript functions that take in props (short for properties) as input and return JSX (JavaScript XML) elements representing the UI. They are typically used for presentational purposes and don't have their own internal state or lifecycle methods but from React version 16.8 Hooks were added. Hooks allow function components to have access to state and other React features. We will discuss about Hooks in coming session.</a:t>
            </a:r>
          </a:p>
          <a:p>
            <a:pPr marL="320040" indent="-320040" algn="just" eaLnBrk="1" fontAlgn="auto" hangingPunct="1">
              <a:spcAft>
                <a:spcPts val="0"/>
              </a:spcAft>
              <a:buClr>
                <a:schemeClr val="tx1">
                  <a:shade val="95000"/>
                </a:schemeClr>
              </a:buClr>
              <a:buFont typeface="Wingdings" pitchFamily="2" charset="2"/>
              <a:buChar char="v"/>
              <a:defRPr/>
            </a:pPr>
            <a:r>
              <a:rPr lang="en-US" sz="1200" dirty="0" smtClean="0">
                <a:latin typeface="Calibri" pitchFamily="34" charset="0"/>
                <a:cs typeface="Calibri" pitchFamily="34" charset="0"/>
              </a:rPr>
              <a:t>Example: </a:t>
            </a:r>
          </a:p>
          <a:p>
            <a:pPr marL="320040" indent="-320040" algn="just" eaLnBrk="1" fontAlgn="auto" hangingPunct="1">
              <a:spcAft>
                <a:spcPts val="0"/>
              </a:spcAft>
              <a:buClr>
                <a:schemeClr val="tx1">
                  <a:shade val="95000"/>
                </a:schemeClr>
              </a:buClr>
              <a:buNone/>
              <a:defRPr/>
            </a:pPr>
            <a:r>
              <a:rPr lang="en-US" sz="1200" dirty="0" smtClean="0"/>
              <a:t>	</a:t>
            </a:r>
            <a:r>
              <a:rPr lang="en-US" sz="1200" b="1" dirty="0" smtClean="0">
                <a:latin typeface="Calibri" pitchFamily="34" charset="0"/>
                <a:cs typeface="Calibri" pitchFamily="34" charset="0"/>
              </a:rPr>
              <a:t>function Hello(props) {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		return &lt;h1&gt;Hello, {props.name}!&lt;/h1&gt;;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	}</a:t>
            </a:r>
          </a:p>
        </p:txBody>
      </p:sp>
    </p:spTree>
  </p:cSld>
  <p:clrMapOvr>
    <a:masterClrMapping/>
  </p:clrMapOvr>
  <p:transition spd="med">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Class Component</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200" dirty="0" smtClean="0">
                <a:latin typeface="Calibri" pitchFamily="34" charset="0"/>
                <a:cs typeface="Calibri" pitchFamily="34" charset="0"/>
              </a:rPr>
              <a:t>Class components are ES6 classes that extend the </a:t>
            </a:r>
            <a:r>
              <a:rPr lang="en-US" sz="1200" dirty="0" err="1" smtClean="0">
                <a:latin typeface="Calibri" pitchFamily="34" charset="0"/>
                <a:cs typeface="Calibri" pitchFamily="34" charset="0"/>
              </a:rPr>
              <a:t>React.Component</a:t>
            </a:r>
            <a:r>
              <a:rPr lang="en-US" sz="1200" dirty="0" smtClean="0">
                <a:latin typeface="Calibri" pitchFamily="34" charset="0"/>
                <a:cs typeface="Calibri" pitchFamily="34" charset="0"/>
              </a:rPr>
              <a:t> class. They have their own internal state and can define lifecycle methods.</a:t>
            </a:r>
          </a:p>
          <a:p>
            <a:pPr marL="320040" indent="-320040" algn="just" eaLnBrk="1" fontAlgn="auto" hangingPunct="1">
              <a:spcAft>
                <a:spcPts val="0"/>
              </a:spcAft>
              <a:buClr>
                <a:schemeClr val="tx1">
                  <a:shade val="95000"/>
                </a:schemeClr>
              </a:buClr>
              <a:buFont typeface="Wingdings" pitchFamily="2" charset="2"/>
              <a:buChar char="v"/>
              <a:defRPr/>
            </a:pPr>
            <a:r>
              <a:rPr lang="en-US" sz="1200" dirty="0" smtClean="0">
                <a:latin typeface="Calibri" pitchFamily="34" charset="0"/>
                <a:cs typeface="Calibri" pitchFamily="34" charset="0"/>
              </a:rPr>
              <a:t>Class components are used when the component needs to manage its own state or respond to lifecycle events.</a:t>
            </a:r>
          </a:p>
          <a:p>
            <a:pPr marL="320040" indent="-320040" algn="just" eaLnBrk="1" fontAlgn="auto" hangingPunct="1">
              <a:spcAft>
                <a:spcPts val="0"/>
              </a:spcAft>
              <a:buClr>
                <a:schemeClr val="tx1">
                  <a:shade val="95000"/>
                </a:schemeClr>
              </a:buClr>
              <a:buFont typeface="Wingdings" pitchFamily="2" charset="2"/>
              <a:buChar char="v"/>
              <a:defRPr/>
            </a:pPr>
            <a:r>
              <a:rPr lang="en-US" sz="1200" dirty="0" smtClean="0">
                <a:latin typeface="Calibri" pitchFamily="34" charset="0"/>
                <a:cs typeface="Calibri" pitchFamily="34" charset="0"/>
              </a:rPr>
              <a:t>Example: </a:t>
            </a:r>
          </a:p>
          <a:p>
            <a:pPr marL="320040" indent="-320040" algn="just" eaLnBrk="1" fontAlgn="auto" hangingPunct="1">
              <a:spcAft>
                <a:spcPts val="0"/>
              </a:spcAft>
              <a:buClr>
                <a:schemeClr val="tx1">
                  <a:shade val="95000"/>
                </a:schemeClr>
              </a:buClr>
              <a:buNone/>
              <a:defRPr/>
            </a:pPr>
            <a:r>
              <a:rPr lang="en-US" sz="1200" dirty="0" smtClean="0"/>
              <a:t>	</a:t>
            </a:r>
            <a:r>
              <a:rPr lang="en-US" sz="1200" b="1" dirty="0" smtClean="0">
                <a:latin typeface="Calibri" pitchFamily="34" charset="0"/>
                <a:cs typeface="Calibri" pitchFamily="34" charset="0"/>
              </a:rPr>
              <a:t>class Hello extends </a:t>
            </a:r>
            <a:r>
              <a:rPr lang="en-US" sz="1200" b="1" dirty="0" err="1" smtClean="0">
                <a:latin typeface="Calibri" pitchFamily="34" charset="0"/>
                <a:cs typeface="Calibri" pitchFamily="34" charset="0"/>
              </a:rPr>
              <a:t>React.Component</a:t>
            </a:r>
            <a:r>
              <a:rPr lang="en-US" sz="1200" b="1" dirty="0" smtClean="0">
                <a:latin typeface="Calibri" pitchFamily="34" charset="0"/>
                <a:cs typeface="Calibri" pitchFamily="34" charset="0"/>
              </a:rPr>
              <a:t>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		render() {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			return &lt;h1&gt;Hello, {this.props.name}!&lt;/h1&gt;;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		}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	}</a:t>
            </a:r>
          </a:p>
          <a:p>
            <a:pPr marL="320040" indent="-320040" algn="just" eaLnBrk="1" fontAlgn="auto" hangingPunct="1">
              <a:spcAft>
                <a:spcPts val="0"/>
              </a:spcAft>
              <a:buClr>
                <a:schemeClr val="tx1">
                  <a:shade val="95000"/>
                </a:schemeClr>
              </a:buClr>
              <a:buNone/>
              <a:defRPr/>
            </a:pPr>
            <a:r>
              <a:rPr lang="en-US" sz="1200" b="1" dirty="0" smtClean="0">
                <a:latin typeface="Calibri" pitchFamily="34" charset="0"/>
                <a:cs typeface="Calibri" pitchFamily="34" charset="0"/>
              </a:rPr>
              <a:t>Note: From react version 16.8 functional component work same like class component, so class components are generally no longer needed.</a:t>
            </a:r>
          </a:p>
        </p:txBody>
      </p:sp>
    </p:spTree>
  </p:cSld>
  <p:clrMapOvr>
    <a:masterClrMapping/>
  </p:clrMapOvr>
  <p:transition spd="med">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JSX</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JSX stands for JavaScript XML. It is a syntax extension for JavaScript that allows developers to write HTML-like code within JavaScript. JSX makes it easier and more intuitive to define the structure of UI components in React.</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Write XML-like code for element and components.</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JSX have tag name, attribute and children.</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JSX is not necessity to write react application.</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JSX makes your react code simpler and </a:t>
            </a:r>
            <a:r>
              <a:rPr lang="en-US" sz="1400" dirty="0" err="1" smtClean="0">
                <a:latin typeface="Calibri" pitchFamily="34" charset="0"/>
                <a:cs typeface="Calibri" pitchFamily="34" charset="0"/>
              </a:rPr>
              <a:t>elegent</a:t>
            </a:r>
            <a:r>
              <a:rPr lang="en-US" sz="1400" dirty="0" smtClean="0">
                <a:latin typeface="Calibri" pitchFamily="34" charset="0"/>
                <a:cs typeface="Calibri" pitchFamily="34" charset="0"/>
              </a:rPr>
              <a:t>.</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JSX code is </a:t>
            </a:r>
            <a:r>
              <a:rPr lang="en-US" sz="1400" dirty="0" err="1" smtClean="0">
                <a:latin typeface="Calibri" pitchFamily="34" charset="0"/>
                <a:cs typeface="Calibri" pitchFamily="34" charset="0"/>
              </a:rPr>
              <a:t>transpiled</a:t>
            </a:r>
            <a:r>
              <a:rPr lang="en-US" sz="1400" dirty="0" smtClean="0">
                <a:latin typeface="Calibri" pitchFamily="34" charset="0"/>
                <a:cs typeface="Calibri" pitchFamily="34" charset="0"/>
              </a:rPr>
              <a:t> into regular JavaScript code before being executed in the browser. During this process, JSX is checked for syntax errors, which helps catch mistakes early in the development process.</a:t>
            </a:r>
          </a:p>
        </p:txBody>
      </p:sp>
    </p:spTree>
  </p:cSld>
  <p:clrMapOvr>
    <a:masterClrMapping/>
  </p:clrMapOvr>
  <p:transition spd="med">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JSX differences</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Attribute class -&gt; </a:t>
            </a:r>
            <a:r>
              <a:rPr lang="en-US" sz="1400" dirty="0" err="1" smtClean="0">
                <a:latin typeface="Calibri" pitchFamily="34" charset="0"/>
                <a:cs typeface="Calibri" pitchFamily="34" charset="0"/>
              </a:rPr>
              <a:t>className</a:t>
            </a:r>
            <a:endParaRPr lang="en-US" sz="1400" dirty="0" smtClean="0">
              <a:latin typeface="Calibri" pitchFamily="34" charset="0"/>
              <a:cs typeface="Calibri" pitchFamily="34" charset="0"/>
            </a:endParaRP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for -&gt; </a:t>
            </a:r>
            <a:r>
              <a:rPr lang="en-US" sz="1400" dirty="0" err="1" smtClean="0">
                <a:latin typeface="Calibri" pitchFamily="34" charset="0"/>
                <a:cs typeface="Calibri" pitchFamily="34" charset="0"/>
              </a:rPr>
              <a:t>htmlFor</a:t>
            </a:r>
            <a:endParaRPr lang="en-US" sz="1400" dirty="0" smtClean="0">
              <a:latin typeface="Calibri" pitchFamily="34" charset="0"/>
              <a:cs typeface="Calibri" pitchFamily="34" charset="0"/>
            </a:endParaRP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Property naming convention is in </a:t>
            </a:r>
            <a:r>
              <a:rPr lang="en-US" sz="1400" dirty="0" err="1" smtClean="0">
                <a:latin typeface="Calibri" pitchFamily="34" charset="0"/>
                <a:cs typeface="Calibri" pitchFamily="34" charset="0"/>
              </a:rPr>
              <a:t>camelCase</a:t>
            </a:r>
            <a:endParaRPr lang="en-US" sz="1400" dirty="0" smtClean="0">
              <a:latin typeface="Calibri" pitchFamily="34" charset="0"/>
              <a:cs typeface="Calibri" pitchFamily="34" charset="0"/>
            </a:endParaRPr>
          </a:p>
          <a:p>
            <a:pPr marL="640715" lvl="1" indent="-320040" algn="just" eaLnBrk="1" fontAlgn="auto" hangingPunct="1">
              <a:spcAft>
                <a:spcPts val="0"/>
              </a:spcAft>
              <a:buClr>
                <a:schemeClr val="tx1">
                  <a:shade val="95000"/>
                </a:schemeClr>
              </a:buClr>
              <a:buFont typeface="Courier New" pitchFamily="49" charset="0"/>
              <a:buChar char="o"/>
              <a:defRPr/>
            </a:pPr>
            <a:r>
              <a:rPr lang="en-US" sz="1400" dirty="0" smtClean="0">
                <a:latin typeface="Calibri" pitchFamily="34" charset="0"/>
                <a:cs typeface="Calibri" pitchFamily="34" charset="0"/>
              </a:rPr>
              <a:t>Like </a:t>
            </a:r>
            <a:r>
              <a:rPr lang="en-US" sz="1400" dirty="0" err="1" smtClean="0">
                <a:latin typeface="Calibri" pitchFamily="34" charset="0"/>
                <a:cs typeface="Calibri" pitchFamily="34" charset="0"/>
              </a:rPr>
              <a:t>onclick</a:t>
            </a:r>
            <a:r>
              <a:rPr lang="en-US" sz="1400" dirty="0" smtClean="0">
                <a:latin typeface="Calibri" pitchFamily="34" charset="0"/>
                <a:cs typeface="Calibri" pitchFamily="34" charset="0"/>
              </a:rPr>
              <a:t> -&gt; </a:t>
            </a:r>
            <a:r>
              <a:rPr lang="en-US" sz="1400" dirty="0" err="1" smtClean="0">
                <a:latin typeface="Calibri" pitchFamily="34" charset="0"/>
                <a:cs typeface="Calibri" pitchFamily="34" charset="0"/>
              </a:rPr>
              <a:t>onClick</a:t>
            </a:r>
            <a:endParaRPr lang="en-US" sz="1400" dirty="0" smtClean="0">
              <a:latin typeface="Calibri" pitchFamily="34" charset="0"/>
              <a:cs typeface="Calibri" pitchFamily="34" charset="0"/>
            </a:endParaRPr>
          </a:p>
          <a:p>
            <a:pPr marL="640715" lvl="1" indent="-320040" algn="just" eaLnBrk="1" fontAlgn="auto" hangingPunct="1">
              <a:spcAft>
                <a:spcPts val="0"/>
              </a:spcAft>
              <a:buClr>
                <a:schemeClr val="tx1">
                  <a:shade val="95000"/>
                </a:schemeClr>
              </a:buClr>
              <a:buFont typeface="Courier New" pitchFamily="49" charset="0"/>
              <a:buChar char="o"/>
              <a:defRPr/>
            </a:pPr>
            <a:r>
              <a:rPr lang="en-US" sz="1400" dirty="0" err="1" smtClean="0">
                <a:latin typeface="Calibri" pitchFamily="34" charset="0"/>
                <a:cs typeface="Calibri" pitchFamily="34" charset="0"/>
              </a:rPr>
              <a:t>onsubmit</a:t>
            </a:r>
            <a:r>
              <a:rPr lang="en-US" sz="1400" dirty="0" smtClean="0">
                <a:latin typeface="Calibri" pitchFamily="34" charset="0"/>
                <a:cs typeface="Calibri" pitchFamily="34" charset="0"/>
              </a:rPr>
              <a:t> -&gt; </a:t>
            </a:r>
            <a:r>
              <a:rPr lang="en-US" sz="1400" dirty="0" err="1" smtClean="0">
                <a:latin typeface="Calibri" pitchFamily="34" charset="0"/>
                <a:cs typeface="Calibri" pitchFamily="34" charset="0"/>
              </a:rPr>
              <a:t>onSubmit</a:t>
            </a:r>
            <a:r>
              <a:rPr lang="en-US" sz="1400" dirty="0" smtClean="0">
                <a:latin typeface="Calibri" pitchFamily="34" charset="0"/>
                <a:cs typeface="Calibri" pitchFamily="34" charset="0"/>
              </a:rPr>
              <a:t> </a:t>
            </a:r>
          </a:p>
        </p:txBody>
      </p:sp>
    </p:spTree>
  </p:cSld>
  <p:clrMapOvr>
    <a:masterClrMapping/>
  </p:clrMapOvr>
  <p:transition spd="med">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Props</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In React, props is a short form of "properties", and it is an object that contains data passed to a component from its parent component. Props are read-only, meaning that a component cannot modify the props it receives.</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Props allow you to customize and configure a component when it is being used. They are analogous to attributes in HTML elements. You can pass any data type as props, including strings, numbers, arrays, objects, functions, and even React elements.</a:t>
            </a:r>
          </a:p>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Props are an essential concept in React because they allow components to be flexible and reusable. They enable components to receive data from their parent components, making it easy to create dynamic and customizable UIs.</a:t>
            </a:r>
          </a:p>
        </p:txBody>
      </p:sp>
    </p:spTree>
  </p:cSld>
  <p:clrMapOvr>
    <a:masterClrMapping/>
  </p:clrMapOvr>
  <p:transition spd="med">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r>
              <a:rPr lang="en-US" sz="3600" b="1" dirty="0" smtClean="0">
                <a:latin typeface="Calibri" pitchFamily="34" charset="0"/>
              </a:rPr>
              <a:t>State</a:t>
            </a:r>
          </a:p>
        </p:txBody>
      </p:sp>
      <p:sp>
        <p:nvSpPr>
          <p:cNvPr id="4" name="Rectangle 2"/>
          <p:cNvSpPr>
            <a:spLocks noGrp="1"/>
          </p:cNvSpPr>
          <p:nvPr>
            <p:ph sz="quarter" idx="13"/>
          </p:nvPr>
        </p:nvSpPr>
        <p:spPr>
          <a:xfrm>
            <a:off x="609600" y="1491630"/>
            <a:ext cx="7748614" cy="2908920"/>
          </a:xfrm>
          <a:effectLst>
            <a:glow rad="228600">
              <a:schemeClr val="accent5">
                <a:satMod val="175000"/>
                <a:alpha val="40000"/>
              </a:schemeClr>
            </a:glow>
          </a:effectLst>
          <a:extLst/>
        </p:spPr>
        <p:style>
          <a:lnRef idx="2">
            <a:schemeClr val="accent2"/>
          </a:lnRef>
          <a:fillRef idx="1">
            <a:schemeClr val="lt1"/>
          </a:fillRef>
          <a:effectRef idx="0">
            <a:schemeClr val="accent2"/>
          </a:effectRef>
          <a:fontRef idx="minor">
            <a:schemeClr val="dk1"/>
          </a:fontRef>
        </p:style>
        <p:txBody>
          <a:bodyPr anchor="ctr">
            <a:normAutofit/>
          </a:bodyPr>
          <a:lstStyle>
            <a:extLst/>
          </a:lstStyle>
          <a:p>
            <a:pPr marL="320040" indent="-320040" algn="just" eaLnBrk="1" fontAlgn="auto" hangingPunct="1">
              <a:spcAft>
                <a:spcPts val="0"/>
              </a:spcAft>
              <a:buClr>
                <a:schemeClr val="tx1">
                  <a:shade val="95000"/>
                </a:schemeClr>
              </a:buClr>
              <a:buFont typeface="Wingdings" pitchFamily="2" charset="2"/>
              <a:buChar char="v"/>
              <a:defRPr/>
            </a:pPr>
            <a:r>
              <a:rPr lang="en-US" sz="1400" dirty="0" smtClean="0">
                <a:latin typeface="Calibri" pitchFamily="34" charset="0"/>
                <a:cs typeface="Calibri" pitchFamily="34" charset="0"/>
              </a:rPr>
              <a:t>A “state” is a JavaScript object that represents the current condition of a component. It's used to store data that can change over time due to user interactions, network responses, or other dynamic aspects of an application. By using state, React components can manage their own data and automatically re-render when the state changes, ensuring that the user interface stays in sync with the underlying data.</a:t>
            </a:r>
          </a:p>
        </p:txBody>
      </p:sp>
    </p:spTree>
  </p:cSld>
  <p:clrMapOvr>
    <a:masterClrMapping/>
  </p:clrMapOvr>
  <p:transition spd="med">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endParaRPr lang="en-US" sz="3600" b="1" dirty="0" smtClean="0">
              <a:latin typeface="Calibri" pitchFamily="34" charset="0"/>
            </a:endParaRPr>
          </a:p>
        </p:txBody>
      </p:sp>
      <p:sp>
        <p:nvSpPr>
          <p:cNvPr id="5" name="Content Placeholder 4"/>
          <p:cNvSpPr>
            <a:spLocks noGrp="1"/>
          </p:cNvSpPr>
          <p:nvPr>
            <p:ph sz="quarter" idx="13"/>
          </p:nvPr>
        </p:nvSpPr>
        <p:spPr/>
        <p:txBody>
          <a:bodyPr/>
          <a:lstStyle/>
          <a:p>
            <a:endParaRPr lang="en-US"/>
          </a:p>
        </p:txBody>
      </p:sp>
      <p:pic>
        <p:nvPicPr>
          <p:cNvPr id="1026" name="Picture 2"/>
          <p:cNvPicPr>
            <a:picLocks noChangeAspect="1" noChangeArrowheads="1"/>
          </p:cNvPicPr>
          <p:nvPr/>
        </p:nvPicPr>
        <p:blipFill>
          <a:blip r:embed="rId3" cstate="print"/>
          <a:srcRect/>
          <a:stretch>
            <a:fillRect/>
          </a:stretch>
        </p:blipFill>
        <p:spPr bwMode="auto">
          <a:xfrm>
            <a:off x="611560" y="1347614"/>
            <a:ext cx="8269262" cy="3431685"/>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pPr eaLnBrk="1" hangingPunct="1"/>
            <a:endParaRPr lang="en-US" sz="3600" b="1" dirty="0" smtClean="0">
              <a:latin typeface="Calibri" pitchFamily="34" charset="0"/>
            </a:endParaRPr>
          </a:p>
        </p:txBody>
      </p:sp>
      <p:sp>
        <p:nvSpPr>
          <p:cNvPr id="5" name="Content Placeholder 4"/>
          <p:cNvSpPr>
            <a:spLocks noGrp="1"/>
          </p:cNvSpPr>
          <p:nvPr>
            <p:ph sz="quarter" idx="13"/>
          </p:nvPr>
        </p:nvSpPr>
        <p:spPr/>
        <p:txBody>
          <a:bodyPr/>
          <a:lstStyle/>
          <a:p>
            <a:endParaRPr lang="en-US"/>
          </a:p>
        </p:txBody>
      </p:sp>
      <p:pic>
        <p:nvPicPr>
          <p:cNvPr id="2050" name="Picture 2"/>
          <p:cNvPicPr>
            <a:picLocks noChangeAspect="1" noChangeArrowheads="1"/>
          </p:cNvPicPr>
          <p:nvPr/>
        </p:nvPicPr>
        <p:blipFill>
          <a:blip r:embed="rId3" cstate="print"/>
          <a:srcRect/>
          <a:stretch>
            <a:fillRect/>
          </a:stretch>
        </p:blipFill>
        <p:spPr bwMode="auto">
          <a:xfrm>
            <a:off x="611560" y="1347614"/>
            <a:ext cx="7778822" cy="3600400"/>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p:cNvSpPr>
          <p:nvPr>
            <p:ph type="title"/>
          </p:nvPr>
        </p:nvSpPr>
        <p:spPr>
          <a:xfrm>
            <a:off x="609600" y="117475"/>
            <a:ext cx="8534400" cy="1006475"/>
          </a:xfrm>
        </p:spPr>
        <p:txBody>
          <a:bodyPr/>
          <a:lstStyle/>
          <a:p>
            <a:r>
              <a:rPr lang="en-US" sz="2800" b="1" dirty="0" smtClean="0">
                <a:latin typeface="Calibri" pitchFamily="34" charset="0"/>
              </a:rPr>
              <a:t>Day 1: Questions</a:t>
            </a:r>
            <a:endParaRPr lang="en-IN" sz="2800" b="1" dirty="0" smtClean="0">
              <a:latin typeface="Calibri" pitchFamily="34" charset="0"/>
            </a:endParaRPr>
          </a:p>
        </p:txBody>
      </p:sp>
      <p:pic>
        <p:nvPicPr>
          <p:cNvPr id="72706" name="Picture 2"/>
          <p:cNvPicPr>
            <a:picLocks noChangeAspect="1" noChangeArrowheads="1"/>
          </p:cNvPicPr>
          <p:nvPr/>
        </p:nvPicPr>
        <p:blipFill>
          <a:blip r:embed="rId3" cstate="print"/>
          <a:srcRect/>
          <a:stretch>
            <a:fillRect/>
          </a:stretch>
        </p:blipFill>
        <p:spPr bwMode="auto">
          <a:xfrm>
            <a:off x="2881511" y="2706688"/>
            <a:ext cx="3634705" cy="3557040"/>
          </a:xfrm>
          <a:prstGeom prst="rect">
            <a:avLst/>
          </a:prstGeom>
          <a:noFill/>
          <a:ln w="9525">
            <a:noFill/>
            <a:miter lim="800000"/>
            <a:headEnd/>
            <a:tailEnd/>
          </a:ln>
        </p:spPr>
      </p:pic>
    </p:spTree>
  </p:cSld>
  <p:clrMapOvr>
    <a:masterClrMapping/>
  </p:clrMapOvr>
  <p:transition spd="med">
    <p:cut/>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Theme1</Template>
  <TotalTime>0</TotalTime>
  <Words>860</Words>
  <Application>Microsoft Office PowerPoint</Application>
  <PresentationFormat>On-screen Show (16:9)</PresentationFormat>
  <Paragraphs>108</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Theme1</vt:lpstr>
      <vt:lpstr>React</vt:lpstr>
      <vt:lpstr>What is React?</vt:lpstr>
      <vt:lpstr>Why learn React?</vt:lpstr>
      <vt:lpstr>Component-Based Architecture</vt:lpstr>
      <vt:lpstr>React is declarative</vt:lpstr>
      <vt:lpstr>More on why React?</vt:lpstr>
      <vt:lpstr>Prerequisites</vt:lpstr>
      <vt:lpstr>Development Environment</vt:lpstr>
      <vt:lpstr>Create First React App</vt:lpstr>
      <vt:lpstr>Folder structure of React App</vt:lpstr>
      <vt:lpstr>Component</vt:lpstr>
      <vt:lpstr>Component</vt:lpstr>
      <vt:lpstr>Types of component</vt:lpstr>
      <vt:lpstr>Functional Component</vt:lpstr>
      <vt:lpstr>Class Component</vt:lpstr>
      <vt:lpstr>JSX</vt:lpstr>
      <vt:lpstr>JSX differences</vt:lpstr>
      <vt:lpstr>Props</vt:lpstr>
      <vt:lpstr>State</vt:lpstr>
      <vt:lpstr>Slide 20</vt:lpstr>
      <vt:lpstr>Slide 21</vt:lpstr>
      <vt:lpstr>Day 1: Questions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PMP</dc:title>
  <dc:creator/>
  <cp:lastModifiedBy/>
  <cp:revision>5</cp:revision>
  <dcterms:created xsi:type="dcterms:W3CDTF">2010-09-05T14:08:51Z</dcterms:created>
  <dcterms:modified xsi:type="dcterms:W3CDTF">2024-04-29T08:54:29Z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