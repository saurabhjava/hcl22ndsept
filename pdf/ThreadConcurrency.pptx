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notesSlides/notesSlide15.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032" r:id="rId1"/>
  </p:sldMasterIdLst>
  <p:notesMasterIdLst>
    <p:notesMasterId r:id="rId17"/>
  </p:notesMasterIdLst>
  <p:sldIdLst>
    <p:sldId id="261" r:id="rId2"/>
    <p:sldId id="272" r:id="rId3"/>
    <p:sldId id="275" r:id="rId4"/>
    <p:sldId id="356" r:id="rId5"/>
    <p:sldId id="357" r:id="rId6"/>
    <p:sldId id="358" r:id="rId7"/>
    <p:sldId id="359" r:id="rId8"/>
    <p:sldId id="360" r:id="rId9"/>
    <p:sldId id="361" r:id="rId10"/>
    <p:sldId id="362" r:id="rId11"/>
    <p:sldId id="363" r:id="rId12"/>
    <p:sldId id="364" r:id="rId13"/>
    <p:sldId id="365" r:id="rId14"/>
    <p:sldId id="366" r:id="rId15"/>
    <p:sldId id="354" r:id="rId16"/>
  </p:sldIdLst>
  <p:sldSz cx="9144000" cy="5143500" type="screen16x9"/>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clrMru>
    <a:srgbClr val="CB450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30" autoAdjust="0"/>
    <p:restoredTop sz="94386" autoAdjust="0"/>
  </p:normalViewPr>
  <p:slideViewPr>
    <p:cSldViewPr>
      <p:cViewPr>
        <p:scale>
          <a:sx n="100" d="100"/>
          <a:sy n="100" d="100"/>
        </p:scale>
        <p:origin x="-200" y="92"/>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fontAlgn="auto">
              <a:spcBef>
                <a:spcPts val="0"/>
              </a:spcBef>
              <a:spcAft>
                <a:spcPts val="0"/>
              </a:spcAft>
              <a:defRPr sz="1200">
                <a:latin typeface="+mn-lt"/>
                <a:cs typeface="+mn-cs"/>
              </a:defRPr>
            </a:lvl1pPr>
            <a:extLst/>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fontAlgn="auto">
              <a:spcBef>
                <a:spcPts val="0"/>
              </a:spcBef>
              <a:spcAft>
                <a:spcPts val="0"/>
              </a:spcAft>
              <a:defRPr sz="1200">
                <a:latin typeface="+mn-lt"/>
                <a:cs typeface="+mn-cs"/>
              </a:defRPr>
            </a:lvl1pPr>
            <a:extLst/>
          </a:lstStyle>
          <a:p>
            <a:pPr>
              <a:defRPr/>
            </a:pPr>
            <a:fld id="{6D71694F-E978-4EB2-B52C-86A737BD9698}" type="datetimeFigureOut">
              <a:rPr lang="en-US"/>
              <a:pPr>
                <a:defRPr/>
              </a:pPr>
              <a:t>5/17/2023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rtlCol="0" anchor="ctr"/>
          <a:lstStyle>
            <a:extLst/>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extLst/>
          </a:lstStyle>
          <a:p>
            <a:pPr lvl="0"/>
            <a:r>
              <a:rPr lang="en-US" noProof="0" smtClean="0"/>
              <a:t>Click to edit Master text styles</a:t>
            </a:r>
            <a:endParaRPr lang="en-US" noProof="0"/>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fontAlgn="auto">
              <a:spcBef>
                <a:spcPts val="0"/>
              </a:spcBef>
              <a:spcAft>
                <a:spcPts val="0"/>
              </a:spcAft>
              <a:defRPr sz="12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fontAlgn="auto">
              <a:spcBef>
                <a:spcPts val="0"/>
              </a:spcBef>
              <a:spcAft>
                <a:spcPts val="0"/>
              </a:spcAft>
              <a:defRPr sz="1200">
                <a:latin typeface="+mn-lt"/>
                <a:cs typeface="+mn-cs"/>
              </a:defRPr>
            </a:lvl1pPr>
            <a:extLst/>
          </a:lstStyle>
          <a:p>
            <a:pPr>
              <a:defRPr/>
            </a:pPr>
            <a:fld id="{C67A9DE9-39EE-4D6A-855F-EE6AFBCA6D3A}"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
          <p:cNvSpPr>
            <a:spLocks noGrp="1" noRot="1" noChangeAspect="1" noTextEdit="1"/>
          </p:cNvSpPr>
          <p:nvPr>
            <p:ph type="sldImg"/>
          </p:nvPr>
        </p:nvSpPr>
        <p:spPr bwMode="auto">
          <a:noFill/>
          <a:ln>
            <a:solidFill>
              <a:srgbClr val="000000"/>
            </a:solidFill>
            <a:miter lim="800000"/>
            <a:headEnd/>
            <a:tailEnd/>
          </a:ln>
        </p:spPr>
      </p:sp>
      <p:sp>
        <p:nvSpPr>
          <p:cNvPr id="69635"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6804"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78CACEF5-21C5-4412-89D3-29C9B35AB7AB}" type="slidenum">
              <a:rPr lang="en-US" smtClean="0"/>
              <a:pPr fontAlgn="base">
                <a:spcBef>
                  <a:spcPct val="0"/>
                </a:spcBef>
                <a:spcAft>
                  <a:spcPct val="0"/>
                </a:spcAft>
                <a:defRPr/>
              </a:pPr>
              <a:t>1</a:t>
            </a:fld>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p:cNvSpPr>
            <a:spLocks noGrp="1" noRot="1" noChangeAspect="1" noTextEdit="1"/>
          </p:cNvSpPr>
          <p:nvPr>
            <p:ph type="sldImg"/>
          </p:nvPr>
        </p:nvSpPr>
        <p:spPr bwMode="auto">
          <a:noFill/>
          <a:ln>
            <a:solidFill>
              <a:srgbClr val="000000"/>
            </a:solidFill>
            <a:miter lim="800000"/>
            <a:headEnd/>
            <a:tailEnd/>
          </a:ln>
        </p:spPr>
      </p:sp>
      <p:sp>
        <p:nvSpPr>
          <p:cNvPr id="70659"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17347AE6-4AD9-422E-B9A1-5EBB663EEFAF}" type="slidenum">
              <a:rPr lang="en-US" smtClean="0"/>
              <a:pPr fontAlgn="base">
                <a:spcBef>
                  <a:spcPct val="0"/>
                </a:spcBef>
                <a:spcAft>
                  <a:spcPct val="0"/>
                </a:spcAft>
                <a:defRPr/>
              </a:pPr>
              <a:t>2</a:t>
            </a:fld>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Grp="1" noRot="1" noChangeAspect="1" noTextEdit="1"/>
          </p:cNvSpPr>
          <p:nvPr>
            <p:ph type="sldImg"/>
          </p:nvPr>
        </p:nvSpPr>
        <p:spPr bwMode="auto">
          <a:noFill/>
          <a:ln>
            <a:solidFill>
              <a:srgbClr val="000000"/>
            </a:solidFill>
            <a:miter lim="800000"/>
            <a:headEnd/>
            <a:tailEnd/>
          </a:ln>
        </p:spPr>
      </p:sp>
      <p:sp>
        <p:nvSpPr>
          <p:cNvPr id="72707"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3ACF75D7-3586-4F84-9F54-20300AB4D1C4}" type="slidenum">
              <a:rPr lang="en-US" smtClean="0"/>
              <a:pPr fontAlgn="base">
                <a:spcBef>
                  <a:spcPct val="0"/>
                </a:spcBef>
                <a:spcAft>
                  <a:spcPct val="0"/>
                </a:spcAft>
                <a:defRPr/>
              </a:pPr>
              <a:t>3</a:t>
            </a:fld>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Grp="1" noRot="1" noChangeAspect="1" noTextEdit="1"/>
          </p:cNvSpPr>
          <p:nvPr>
            <p:ph type="sldImg"/>
          </p:nvPr>
        </p:nvSpPr>
        <p:spPr bwMode="auto">
          <a:noFill/>
          <a:ln>
            <a:solidFill>
              <a:srgbClr val="000000"/>
            </a:solidFill>
            <a:miter lim="800000"/>
            <a:headEnd/>
            <a:tailEnd/>
          </a:ln>
        </p:spPr>
      </p:sp>
      <p:sp>
        <p:nvSpPr>
          <p:cNvPr id="72707"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3ACF75D7-3586-4F84-9F54-20300AB4D1C4}" type="slidenum">
              <a:rPr lang="en-US" smtClean="0"/>
              <a:pPr fontAlgn="base">
                <a:spcBef>
                  <a:spcPct val="0"/>
                </a:spcBef>
                <a:spcAft>
                  <a:spcPct val="0"/>
                </a:spcAft>
                <a:defRPr/>
              </a:pPr>
              <a:t>4</a:t>
            </a:fld>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Grp="1" noRot="1" noChangeAspect="1" noTextEdit="1"/>
          </p:cNvSpPr>
          <p:nvPr>
            <p:ph type="sldImg"/>
          </p:nvPr>
        </p:nvSpPr>
        <p:spPr bwMode="auto">
          <a:noFill/>
          <a:ln>
            <a:solidFill>
              <a:srgbClr val="000000"/>
            </a:solidFill>
            <a:miter lim="800000"/>
            <a:headEnd/>
            <a:tailEnd/>
          </a:ln>
        </p:spPr>
      </p:sp>
      <p:sp>
        <p:nvSpPr>
          <p:cNvPr id="72707"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3ACF75D7-3586-4F84-9F54-20300AB4D1C4}" type="slidenum">
              <a:rPr lang="en-US" smtClean="0"/>
              <a:pPr fontAlgn="base">
                <a:spcBef>
                  <a:spcPct val="0"/>
                </a:spcBef>
                <a:spcAft>
                  <a:spcPct val="0"/>
                </a:spcAft>
                <a:defRPr/>
              </a:pPr>
              <a:t>5</a:t>
            </a:fld>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Grp="1" noRot="1" noChangeAspect="1" noTextEdit="1"/>
          </p:cNvSpPr>
          <p:nvPr>
            <p:ph type="sldImg"/>
          </p:nvPr>
        </p:nvSpPr>
        <p:spPr bwMode="auto">
          <a:noFill/>
          <a:ln>
            <a:solidFill>
              <a:srgbClr val="000000"/>
            </a:solidFill>
            <a:miter lim="800000"/>
            <a:headEnd/>
            <a:tailEnd/>
          </a:ln>
        </p:spPr>
      </p:sp>
      <p:sp>
        <p:nvSpPr>
          <p:cNvPr id="72707"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3ACF75D7-3586-4F84-9F54-20300AB4D1C4}" type="slidenum">
              <a:rPr lang="en-US" smtClean="0"/>
              <a:pPr fontAlgn="base">
                <a:spcBef>
                  <a:spcPct val="0"/>
                </a:spcBef>
                <a:spcAft>
                  <a:spcPct val="0"/>
                </a:spcAft>
                <a:defRPr/>
              </a:pPr>
              <a:t>6</a:t>
            </a:fld>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Grp="1" noRot="1" noChangeAspect="1" noTextEdit="1"/>
          </p:cNvSpPr>
          <p:nvPr>
            <p:ph type="sldImg"/>
          </p:nvPr>
        </p:nvSpPr>
        <p:spPr bwMode="auto">
          <a:noFill/>
          <a:ln>
            <a:solidFill>
              <a:srgbClr val="000000"/>
            </a:solidFill>
            <a:miter lim="800000"/>
            <a:headEnd/>
            <a:tailEnd/>
          </a:ln>
        </p:spPr>
      </p:sp>
      <p:sp>
        <p:nvSpPr>
          <p:cNvPr id="72707"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3ACF75D7-3586-4F84-9F54-20300AB4D1C4}" type="slidenum">
              <a:rPr lang="en-US" smtClean="0"/>
              <a:pPr fontAlgn="base">
                <a:spcBef>
                  <a:spcPct val="0"/>
                </a:spcBef>
                <a:spcAft>
                  <a:spcPct val="0"/>
                </a:spcAft>
                <a:defRPr/>
              </a:pPr>
              <a:t>7</a:t>
            </a:fld>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Grp="1" noRot="1" noChangeAspect="1" noTextEdit="1"/>
          </p:cNvSpPr>
          <p:nvPr>
            <p:ph type="sldImg"/>
          </p:nvPr>
        </p:nvSpPr>
        <p:spPr bwMode="auto">
          <a:noFill/>
          <a:ln>
            <a:solidFill>
              <a:srgbClr val="000000"/>
            </a:solidFill>
            <a:miter lim="800000"/>
            <a:headEnd/>
            <a:tailEnd/>
          </a:ln>
        </p:spPr>
      </p:sp>
      <p:sp>
        <p:nvSpPr>
          <p:cNvPr id="72707"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3ACF75D7-3586-4F84-9F54-20300AB4D1C4}" type="slidenum">
              <a:rPr lang="en-US" smtClean="0"/>
              <a:pPr fontAlgn="base">
                <a:spcBef>
                  <a:spcPct val="0"/>
                </a:spcBef>
                <a:spcAft>
                  <a:spcPct val="0"/>
                </a:spcAft>
                <a:defRPr/>
              </a:pPr>
              <a:t>8</a:t>
            </a:fld>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Grp="1" noRot="1" noChangeAspect="1" noTextEdit="1"/>
          </p:cNvSpPr>
          <p:nvPr>
            <p:ph type="sldImg"/>
          </p:nvPr>
        </p:nvSpPr>
        <p:spPr bwMode="auto">
          <a:noFill/>
          <a:ln>
            <a:solidFill>
              <a:srgbClr val="000000"/>
            </a:solidFill>
            <a:miter lim="800000"/>
            <a:headEnd/>
            <a:tailEnd/>
          </a:ln>
        </p:spPr>
      </p:sp>
      <p:sp>
        <p:nvSpPr>
          <p:cNvPr id="72707"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3ACF75D7-3586-4F84-9F54-20300AB4D1C4}" type="slidenum">
              <a:rPr lang="en-US" smtClean="0"/>
              <a:pPr fontAlgn="base">
                <a:spcBef>
                  <a:spcPct val="0"/>
                </a:spcBef>
                <a:spcAft>
                  <a:spcPct val="0"/>
                </a:spcAft>
                <a:defRPr/>
              </a:pPr>
              <a:t>9</a:t>
            </a:fld>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Grp="1" noRot="1" noChangeAspect="1" noTextEdit="1"/>
          </p:cNvSpPr>
          <p:nvPr>
            <p:ph type="sldImg"/>
          </p:nvPr>
        </p:nvSpPr>
        <p:spPr bwMode="auto">
          <a:noFill/>
          <a:ln>
            <a:solidFill>
              <a:srgbClr val="000000"/>
            </a:solidFill>
            <a:miter lim="800000"/>
            <a:headEnd/>
            <a:tailEnd/>
          </a:ln>
        </p:spPr>
      </p:sp>
      <p:sp>
        <p:nvSpPr>
          <p:cNvPr id="72707"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3ACF75D7-3586-4F84-9F54-20300AB4D1C4}" type="slidenum">
              <a:rPr lang="en-US" smtClean="0"/>
              <a:pPr fontAlgn="base">
                <a:spcBef>
                  <a:spcPct val="0"/>
                </a:spcBef>
                <a:spcAft>
                  <a:spcPct val="0"/>
                </a:spcAft>
                <a:defRPr/>
              </a:pPr>
              <a:t>10</a:t>
            </a:fld>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Grp="1" noRot="1" noChangeAspect="1" noTextEdit="1"/>
          </p:cNvSpPr>
          <p:nvPr>
            <p:ph type="sldImg"/>
          </p:nvPr>
        </p:nvSpPr>
        <p:spPr bwMode="auto">
          <a:noFill/>
          <a:ln>
            <a:solidFill>
              <a:srgbClr val="000000"/>
            </a:solidFill>
            <a:miter lim="800000"/>
            <a:headEnd/>
            <a:tailEnd/>
          </a:ln>
        </p:spPr>
      </p:sp>
      <p:sp>
        <p:nvSpPr>
          <p:cNvPr id="72707"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3ACF75D7-3586-4F84-9F54-20300AB4D1C4}" type="slidenum">
              <a:rPr lang="en-US" smtClean="0"/>
              <a:pPr fontAlgn="base">
                <a:spcBef>
                  <a:spcPct val="0"/>
                </a:spcBef>
                <a:spcAft>
                  <a:spcPct val="0"/>
                </a:spcAft>
                <a:defRPr/>
              </a:pPr>
              <a:t>11</a:t>
            </a:fld>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Grp="1" noRot="1" noChangeAspect="1" noTextEdit="1"/>
          </p:cNvSpPr>
          <p:nvPr>
            <p:ph type="sldImg"/>
          </p:nvPr>
        </p:nvSpPr>
        <p:spPr bwMode="auto">
          <a:noFill/>
          <a:ln>
            <a:solidFill>
              <a:srgbClr val="000000"/>
            </a:solidFill>
            <a:miter lim="800000"/>
            <a:headEnd/>
            <a:tailEnd/>
          </a:ln>
        </p:spPr>
      </p:sp>
      <p:sp>
        <p:nvSpPr>
          <p:cNvPr id="72707"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3ACF75D7-3586-4F84-9F54-20300AB4D1C4}" type="slidenum">
              <a:rPr lang="en-US" smtClean="0"/>
              <a:pPr fontAlgn="base">
                <a:spcBef>
                  <a:spcPct val="0"/>
                </a:spcBef>
                <a:spcAft>
                  <a:spcPct val="0"/>
                </a:spcAft>
                <a:defRPr/>
              </a:pPr>
              <a:t>12</a:t>
            </a:fld>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Grp="1" noRot="1" noChangeAspect="1" noTextEdit="1"/>
          </p:cNvSpPr>
          <p:nvPr>
            <p:ph type="sldImg"/>
          </p:nvPr>
        </p:nvSpPr>
        <p:spPr bwMode="auto">
          <a:noFill/>
          <a:ln>
            <a:solidFill>
              <a:srgbClr val="000000"/>
            </a:solidFill>
            <a:miter lim="800000"/>
            <a:headEnd/>
            <a:tailEnd/>
          </a:ln>
        </p:spPr>
      </p:sp>
      <p:sp>
        <p:nvSpPr>
          <p:cNvPr id="72707"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3ACF75D7-3586-4F84-9F54-20300AB4D1C4}" type="slidenum">
              <a:rPr lang="en-US" smtClean="0"/>
              <a:pPr fontAlgn="base">
                <a:spcBef>
                  <a:spcPct val="0"/>
                </a:spcBef>
                <a:spcAft>
                  <a:spcPct val="0"/>
                </a:spcAft>
                <a:defRPr/>
              </a:pPr>
              <a:t>13</a:t>
            </a:fld>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Grp="1" noRot="1" noChangeAspect="1" noTextEdit="1"/>
          </p:cNvSpPr>
          <p:nvPr>
            <p:ph type="sldImg"/>
          </p:nvPr>
        </p:nvSpPr>
        <p:spPr bwMode="auto">
          <a:noFill/>
          <a:ln>
            <a:solidFill>
              <a:srgbClr val="000000"/>
            </a:solidFill>
            <a:miter lim="800000"/>
            <a:headEnd/>
            <a:tailEnd/>
          </a:ln>
        </p:spPr>
      </p:sp>
      <p:sp>
        <p:nvSpPr>
          <p:cNvPr id="72707"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3ACF75D7-3586-4F84-9F54-20300AB4D1C4}" type="slidenum">
              <a:rPr lang="en-US" smtClean="0"/>
              <a:pPr fontAlgn="base">
                <a:spcBef>
                  <a:spcPct val="0"/>
                </a:spcBef>
                <a:spcAft>
                  <a:spcPct val="0"/>
                </a:spcAft>
                <a:defRPr/>
              </a:pPr>
              <a:t>14</a:t>
            </a:fld>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1"/>
          <p:cNvSpPr>
            <a:spLocks noGrp="1" noRot="1" noChangeAspect="1" noTextEdit="1"/>
          </p:cNvSpPr>
          <p:nvPr>
            <p:ph type="sldImg"/>
          </p:nvPr>
        </p:nvSpPr>
        <p:spPr bwMode="auto">
          <a:noFill/>
          <a:ln>
            <a:solidFill>
              <a:srgbClr val="000000"/>
            </a:solidFill>
            <a:miter lim="800000"/>
            <a:headEnd/>
            <a:tailEnd/>
          </a:ln>
        </p:spPr>
      </p:sp>
      <p:sp>
        <p:nvSpPr>
          <p:cNvPr id="184323"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88669425-7177-471C-B644-DC7BADAC5F2C}" type="slidenum">
              <a:rPr lang="en-US" smtClean="0"/>
              <a:pPr fontAlgn="base">
                <a:spcBef>
                  <a:spcPct val="0"/>
                </a:spcBef>
                <a:spcAft>
                  <a:spcPct val="0"/>
                </a:spcAft>
                <a:defRPr/>
              </a:pPr>
              <a:t>15</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4" name="Rectangle 3"/>
          <p:cNvSpPr/>
          <p:nvPr/>
        </p:nvSpPr>
        <p:spPr>
          <a:xfrm>
            <a:off x="0" y="4478338"/>
            <a:ext cx="9144000" cy="66516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5" name="Rectangle 4"/>
          <p:cNvSpPr/>
          <p:nvPr/>
        </p:nvSpPr>
        <p:spPr>
          <a:xfrm>
            <a:off x="-9525" y="4540250"/>
            <a:ext cx="2249488" cy="5349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6" name="Rectangle 5"/>
          <p:cNvSpPr/>
          <p:nvPr/>
        </p:nvSpPr>
        <p:spPr>
          <a:xfrm>
            <a:off x="2359025" y="4533900"/>
            <a:ext cx="6784975" cy="5334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9" name="Subtitle 8"/>
          <p:cNvSpPr>
            <a:spLocks noGrp="1"/>
          </p:cNvSpPr>
          <p:nvPr>
            <p:ph type="subTitle" idx="1"/>
          </p:nvPr>
        </p:nvSpPr>
        <p:spPr>
          <a:xfrm>
            <a:off x="2362200" y="4537528"/>
            <a:ext cx="6515100" cy="514350"/>
          </a:xfrm>
        </p:spPr>
        <p:txBody>
          <a:bodyPr anchor="ctr"/>
          <a:lstStyle>
            <a:lvl1pPr marL="0" indent="0" algn="l">
              <a:buNone/>
              <a:defRPr sz="28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dirty="0"/>
          </a:p>
        </p:txBody>
      </p:sp>
      <p:sp>
        <p:nvSpPr>
          <p:cNvPr id="12" name="Rectangle 11"/>
          <p:cNvSpPr>
            <a:spLocks noGrp="1"/>
          </p:cNvSpPr>
          <p:nvPr>
            <p:ph type="title"/>
          </p:nvPr>
        </p:nvSpPr>
        <p:spPr>
          <a:xfrm>
            <a:off x="2362200" y="2343150"/>
            <a:ext cx="6477000" cy="2038350"/>
          </a:xfrm>
        </p:spPr>
        <p:txBody>
          <a:bodyPr rtlCol="0"/>
          <a:lstStyle>
            <a:lvl1pPr>
              <a:defRPr cap="all" baseline="0"/>
            </a:lvl1pPr>
            <a:extLst/>
          </a:lstStyle>
          <a:p>
            <a:r>
              <a:rPr lang="en-US" smtClean="0"/>
              <a:t>Click to edit Master title style</a:t>
            </a:r>
            <a:endParaRPr lang="en-US" dirty="0"/>
          </a:p>
        </p:txBody>
      </p:sp>
      <p:sp>
        <p:nvSpPr>
          <p:cNvPr id="7" name="Date Placeholder 27"/>
          <p:cNvSpPr>
            <a:spLocks noGrp="1"/>
          </p:cNvSpPr>
          <p:nvPr>
            <p:ph type="dt" sz="half" idx="10"/>
          </p:nvPr>
        </p:nvSpPr>
        <p:spPr>
          <a:xfrm>
            <a:off x="76200" y="4551363"/>
            <a:ext cx="2057400" cy="514350"/>
          </a:xfrm>
        </p:spPr>
        <p:txBody>
          <a:bodyPr>
            <a:noAutofit/>
          </a:bodyPr>
          <a:lstStyle>
            <a:lvl1pPr algn="ctr">
              <a:defRPr sz="2000">
                <a:solidFill>
                  <a:srgbClr val="FFFFFF"/>
                </a:solidFill>
              </a:defRPr>
            </a:lvl1pPr>
            <a:extLst/>
          </a:lstStyle>
          <a:p>
            <a:pPr>
              <a:defRPr/>
            </a:pPr>
            <a:fld id="{C7835988-EAC6-44BA-9FB3-8B2AE469FF65}" type="datetime1">
              <a:rPr lang="en-US"/>
              <a:pPr>
                <a:defRPr/>
              </a:pPr>
              <a:t>5/17/2023</a:t>
            </a:fld>
            <a:endParaRPr lang="en-US" dirty="0"/>
          </a:p>
        </p:txBody>
      </p:sp>
      <p:sp>
        <p:nvSpPr>
          <p:cNvPr id="8" name="Footer Placeholder 16"/>
          <p:cNvSpPr>
            <a:spLocks noGrp="1"/>
          </p:cNvSpPr>
          <p:nvPr>
            <p:ph type="ftr" sz="quarter" idx="11"/>
          </p:nvPr>
        </p:nvSpPr>
        <p:spPr>
          <a:xfrm>
            <a:off x="2085975" y="177800"/>
            <a:ext cx="5867400" cy="273050"/>
          </a:xfrm>
        </p:spPr>
        <p:txBody>
          <a:bodyPr/>
          <a:lstStyle>
            <a:lvl1pPr algn="r">
              <a:defRPr>
                <a:solidFill>
                  <a:schemeClr val="tx2"/>
                </a:solidFill>
              </a:defRPr>
            </a:lvl1pPr>
            <a:extLst/>
          </a:lstStyle>
          <a:p>
            <a:pPr>
              <a:defRPr/>
            </a:pPr>
            <a:endParaRPr lang="en-US"/>
          </a:p>
        </p:txBody>
      </p:sp>
      <p:sp>
        <p:nvSpPr>
          <p:cNvPr id="10" name="Slide Number Placeholder 28"/>
          <p:cNvSpPr>
            <a:spLocks noGrp="1"/>
          </p:cNvSpPr>
          <p:nvPr>
            <p:ph type="sldNum" sz="quarter" idx="12"/>
          </p:nvPr>
        </p:nvSpPr>
        <p:spPr>
          <a:xfrm>
            <a:off x="8001000" y="171450"/>
            <a:ext cx="838200" cy="285750"/>
          </a:xfrm>
        </p:spPr>
        <p:txBody>
          <a:bodyPr/>
          <a:lstStyle>
            <a:lvl1pPr>
              <a:defRPr>
                <a:solidFill>
                  <a:schemeClr val="tx2"/>
                </a:solidFill>
              </a:defRPr>
            </a:lvl1pPr>
            <a:extLst/>
          </a:lstStyle>
          <a:p>
            <a:pPr>
              <a:defRPr/>
            </a:pPr>
            <a:fld id="{E7120C5C-FB26-4683-BC40-3146EBBEDAE2}" type="slidenum">
              <a:rPr lang="en-US"/>
              <a:pPr>
                <a:defRPr/>
              </a:pPr>
              <a:t>‹#›</a:t>
            </a:fld>
            <a:endParaRPr lang="en-US" dirty="0"/>
          </a:p>
        </p:txBody>
      </p:sp>
    </p:spTree>
  </p:cSld>
  <p:clrMapOvr>
    <a:overrideClrMapping bg1="dk1" tx1="lt1" bg2="dk2" tx2="lt2" accent1="accent1" accent2="accent2" accent3="accent3" accent4="accent4" accent5="accent5" accent6="accent6" hlink="hlink" folHlink="folHlink"/>
  </p:clrMapOvr>
  <p:transition spd="med">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extLst/>
          </a:lstStyle>
          <a:p>
            <a:r>
              <a:rPr lang="en-US" smtClean="0"/>
              <a:t>Click to edit Master title style</a:t>
            </a:r>
            <a:endParaRPr lang="en-US" dirty="0"/>
          </a:p>
        </p:txBody>
      </p:sp>
      <p:sp>
        <p:nvSpPr>
          <p:cNvPr id="7" name="Rectangle 6"/>
          <p:cNvSpPr>
            <a:spLocks noGrp="1"/>
          </p:cNvSpPr>
          <p:nvPr>
            <p:ph sz="quarter" idx="13"/>
          </p:nvPr>
        </p:nvSpPr>
        <p:spPr>
          <a:xfrm>
            <a:off x="609600" y="1352550"/>
            <a:ext cx="8153400" cy="3276600"/>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4"/>
          </p:nvPr>
        </p:nvSpPr>
        <p:spPr/>
        <p:txBody>
          <a:bodyPr/>
          <a:lstStyle>
            <a:lvl1pPr>
              <a:defRPr/>
            </a:lvl1pPr>
          </a:lstStyle>
          <a:p>
            <a:pPr>
              <a:defRPr/>
            </a:pPr>
            <a:fld id="{82A1FA99-871C-448B-BFF8-759F35FA26FF}" type="datetime1">
              <a:rPr lang="en-US"/>
              <a:pPr>
                <a:defRPr/>
              </a:pPr>
              <a:t>5/17/2023</a:t>
            </a:fld>
            <a:endParaRPr lang="en-US" dirty="0"/>
          </a:p>
        </p:txBody>
      </p:sp>
      <p:sp>
        <p:nvSpPr>
          <p:cNvPr id="5" name="Footer Placeholder 2"/>
          <p:cNvSpPr>
            <a:spLocks noGrp="1"/>
          </p:cNvSpPr>
          <p:nvPr>
            <p:ph type="ftr" sz="quarter" idx="15"/>
          </p:nvPr>
        </p:nvSpPr>
        <p:spPr/>
        <p:txBody>
          <a:bodyPr/>
          <a:lstStyle>
            <a:lvl1pPr>
              <a:defRPr/>
            </a:lvl1pPr>
          </a:lstStyle>
          <a:p>
            <a:pPr>
              <a:defRPr/>
            </a:pPr>
            <a:endParaRPr lang="en-US"/>
          </a:p>
        </p:txBody>
      </p:sp>
      <p:sp>
        <p:nvSpPr>
          <p:cNvPr id="6" name="Slide Number Placeholder 22"/>
          <p:cNvSpPr>
            <a:spLocks noGrp="1"/>
          </p:cNvSpPr>
          <p:nvPr>
            <p:ph type="sldNum" sz="quarter" idx="16"/>
          </p:nvPr>
        </p:nvSpPr>
        <p:spPr/>
        <p:txBody>
          <a:bodyPr/>
          <a:lstStyle>
            <a:lvl1pPr>
              <a:defRPr/>
            </a:lvl1pPr>
          </a:lstStyle>
          <a:p>
            <a:pPr>
              <a:defRPr/>
            </a:pPr>
            <a:fld id="{70C4E85D-00AD-4D84-83A0-C115B36B2D3C}" type="slidenum">
              <a:rPr lang="en-US"/>
              <a:pPr>
                <a:defRPr/>
              </a:pPr>
              <a:t>‹#›</a:t>
            </a:fld>
            <a:endParaRPr lang="en-US" dirty="0"/>
          </a:p>
        </p:txBody>
      </p:sp>
    </p:spTree>
  </p:cSld>
  <p:clrMapOvr>
    <a:masterClrMapping/>
  </p:clrMapOvr>
  <p:transition spd="med">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4" name="Rectangle 3"/>
          <p:cNvSpPr/>
          <p:nvPr/>
        </p:nvSpPr>
        <p:spPr>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5" name="Rectangle 4"/>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6" name="Rectangle 5"/>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3" name="Text Placeholder 2"/>
          <p:cNvSpPr>
            <a:spLocks noGrp="1"/>
          </p:cNvSpPr>
          <p:nvPr>
            <p:ph type="body" idx="1"/>
          </p:nvPr>
        </p:nvSpPr>
        <p:spPr>
          <a:xfrm>
            <a:off x="1371600" y="2057400"/>
            <a:ext cx="7123113" cy="1254919"/>
          </a:xfrm>
        </p:spPr>
        <p:txBody>
          <a:bodyPr/>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2" name="Title 1"/>
          <p:cNvSpPr>
            <a:spLocks noGrp="1"/>
          </p:cNvSpPr>
          <p:nvPr>
            <p:ph type="title"/>
          </p:nvPr>
        </p:nvSpPr>
        <p:spPr>
          <a:xfrm>
            <a:off x="1371600" y="1200150"/>
            <a:ext cx="7620000" cy="742950"/>
          </a:xfrm>
        </p:spPr>
        <p:txBody>
          <a:bodyPr/>
          <a:lstStyle>
            <a:lvl1pPr algn="l">
              <a:buNone/>
              <a:defRPr sz="4400" b="0" cap="none">
                <a:solidFill>
                  <a:srgbClr val="FFFFFF"/>
                </a:solidFill>
              </a:defRPr>
            </a:lvl1pPr>
            <a:extLst/>
          </a:lstStyle>
          <a:p>
            <a:r>
              <a:rPr lang="en-US" smtClean="0"/>
              <a:t>Click to edit Master title style</a:t>
            </a:r>
            <a:endParaRPr lang="en-US" dirty="0"/>
          </a:p>
        </p:txBody>
      </p:sp>
      <p:sp>
        <p:nvSpPr>
          <p:cNvPr id="7" name="Date Placeholder 11"/>
          <p:cNvSpPr>
            <a:spLocks noGrp="1"/>
          </p:cNvSpPr>
          <p:nvPr>
            <p:ph type="dt" sz="half" idx="10"/>
          </p:nvPr>
        </p:nvSpPr>
        <p:spPr/>
        <p:txBody>
          <a:bodyPr/>
          <a:lstStyle>
            <a:lvl1pPr>
              <a:defRPr/>
            </a:lvl1pPr>
            <a:extLst/>
          </a:lstStyle>
          <a:p>
            <a:pPr>
              <a:defRPr/>
            </a:pPr>
            <a:fld id="{A5ADA427-DDF8-4A9E-B5FF-ECED397B2F43}" type="datetime1">
              <a:rPr lang="en-US"/>
              <a:pPr>
                <a:defRPr/>
              </a:pPr>
              <a:t>5/17/2023</a:t>
            </a:fld>
            <a:endParaRPr lang="en-US"/>
          </a:p>
        </p:txBody>
      </p:sp>
      <p:sp>
        <p:nvSpPr>
          <p:cNvPr id="8" name="Slide Number Placeholder 12"/>
          <p:cNvSpPr>
            <a:spLocks noGrp="1"/>
          </p:cNvSpPr>
          <p:nvPr>
            <p:ph type="sldNum" sz="quarter" idx="11"/>
          </p:nvPr>
        </p:nvSpPr>
        <p:spPr>
          <a:xfrm>
            <a:off x="0" y="1314450"/>
            <a:ext cx="1295400" cy="527050"/>
          </a:xfrm>
        </p:spPr>
        <p:txBody>
          <a:bodyPr>
            <a:noAutofit/>
          </a:bodyPr>
          <a:lstStyle>
            <a:lvl1pPr>
              <a:defRPr sz="2400">
                <a:solidFill>
                  <a:srgbClr val="FFFFFF"/>
                </a:solidFill>
              </a:defRPr>
            </a:lvl1pPr>
            <a:extLst/>
          </a:lstStyle>
          <a:p>
            <a:pPr>
              <a:defRPr/>
            </a:pPr>
            <a:fld id="{E376DD63-0A0C-48DD-B4AB-3AA3C47D8098}" type="slidenum">
              <a:rPr lang="en-US"/>
              <a:pPr>
                <a:defRPr/>
              </a:pPr>
              <a:t>‹#›</a:t>
            </a:fld>
            <a:endParaRPr lang="en-US" dirty="0"/>
          </a:p>
        </p:txBody>
      </p:sp>
      <p:sp>
        <p:nvSpPr>
          <p:cNvPr id="9" name="Footer Placeholder 13"/>
          <p:cNvSpPr>
            <a:spLocks noGrp="1"/>
          </p:cNvSpPr>
          <p:nvPr>
            <p:ph type="ftr" sz="quarter" idx="12"/>
          </p:nvPr>
        </p:nvSpPr>
        <p:spPr/>
        <p:txBody>
          <a:bodyPr/>
          <a:lstStyle>
            <a:lvl1pPr>
              <a:defRPr/>
            </a:lvl1pPr>
            <a:extLst/>
          </a:lstStyle>
          <a:p>
            <a:pPr>
              <a:defRPr/>
            </a:pPr>
            <a:endParaRPr lang="en-US"/>
          </a:p>
        </p:txBody>
      </p:sp>
    </p:spTree>
  </p:cSld>
  <p:clrMapOvr>
    <a:overrideClrMapping bg1="lt1" tx1="dk1" bg2="lt2" tx2="dk2" accent1="accent1" accent2="accent2" accent3="accent3" accent4="accent4" accent5="accent5" accent6="accent6" hlink="hlink" folHlink="folHlink"/>
  </p:clrMapOvr>
  <p:transition spd="med">
    <p:cu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dirty="0"/>
          </a:p>
        </p:txBody>
      </p:sp>
      <p:sp>
        <p:nvSpPr>
          <p:cNvPr id="9" name="Content Placeholder 8"/>
          <p:cNvSpPr>
            <a:spLocks noGrp="1"/>
          </p:cNvSpPr>
          <p:nvPr>
            <p:ph sz="quarter" idx="13"/>
          </p:nvPr>
        </p:nvSpPr>
        <p:spPr>
          <a:xfrm>
            <a:off x="609600" y="1352551"/>
            <a:ext cx="3886200" cy="3268624"/>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844901" y="1352549"/>
            <a:ext cx="3886200" cy="3268625"/>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7"/>
          <p:cNvSpPr>
            <a:spLocks noGrp="1"/>
          </p:cNvSpPr>
          <p:nvPr>
            <p:ph type="dt" sz="half" idx="15"/>
          </p:nvPr>
        </p:nvSpPr>
        <p:spPr/>
        <p:txBody>
          <a:bodyPr rtlCol="0"/>
          <a:lstStyle>
            <a:lvl1pPr>
              <a:defRPr/>
            </a:lvl1pPr>
            <a:extLst/>
          </a:lstStyle>
          <a:p>
            <a:pPr>
              <a:defRPr/>
            </a:pPr>
            <a:fld id="{079A8B2B-17C5-4C84-9261-1B24AD72F829}" type="datetime1">
              <a:rPr lang="en-US"/>
              <a:pPr>
                <a:defRPr/>
              </a:pPr>
              <a:t>5/17/2023</a:t>
            </a:fld>
            <a:endParaRPr lang="en-US" dirty="0"/>
          </a:p>
        </p:txBody>
      </p:sp>
      <p:sp>
        <p:nvSpPr>
          <p:cNvPr id="6" name="Slide Number Placeholder 9"/>
          <p:cNvSpPr>
            <a:spLocks noGrp="1"/>
          </p:cNvSpPr>
          <p:nvPr>
            <p:ph type="sldNum" sz="quarter" idx="16"/>
          </p:nvPr>
        </p:nvSpPr>
        <p:spPr/>
        <p:txBody>
          <a:bodyPr rtlCol="0"/>
          <a:lstStyle>
            <a:lvl1pPr>
              <a:defRPr/>
            </a:lvl1pPr>
            <a:extLst/>
          </a:lstStyle>
          <a:p>
            <a:pPr>
              <a:defRPr/>
            </a:pPr>
            <a:fld id="{99434CD4-B68B-4108-8222-C961ADABCC1E}" type="slidenum">
              <a:rPr lang="en-US"/>
              <a:pPr>
                <a:defRPr/>
              </a:pPr>
              <a:t>‹#›</a:t>
            </a:fld>
            <a:endParaRPr lang="en-US" dirty="0"/>
          </a:p>
        </p:txBody>
      </p:sp>
      <p:sp>
        <p:nvSpPr>
          <p:cNvPr id="7" name="Footer Placeholder 11"/>
          <p:cNvSpPr>
            <a:spLocks noGrp="1"/>
          </p:cNvSpPr>
          <p:nvPr>
            <p:ph type="ftr" sz="quarter" idx="17"/>
          </p:nvPr>
        </p:nvSpPr>
        <p:spPr/>
        <p:txBody>
          <a:bodyPr rtlCol="0"/>
          <a:lstStyle>
            <a:lvl1pPr>
              <a:defRPr/>
            </a:lvl1pPr>
            <a:extLst/>
          </a:lstStyle>
          <a:p>
            <a:pPr>
              <a:defRPr/>
            </a:pPr>
            <a:endParaRPr lang="en-US"/>
          </a:p>
        </p:txBody>
      </p:sp>
    </p:spTree>
  </p:cSld>
  <p:clrMapOvr>
    <a:masterClrMapping/>
  </p:clrMapOvr>
  <p:transition spd="med">
    <p:cu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1005840"/>
          </a:xfrm>
        </p:spPr>
        <p:txBody>
          <a:bodyPr/>
          <a:lstStyle>
            <a:lvl1pPr>
              <a:defRPr/>
            </a:lvl1pPr>
            <a:extLst/>
          </a:lstStyle>
          <a:p>
            <a:r>
              <a:rPr lang="en-US" smtClean="0"/>
              <a:t>Click to edit Master title style</a:t>
            </a:r>
            <a:endParaRPr lang="en-US" dirty="0"/>
          </a:p>
        </p:txBody>
      </p:sp>
      <p:sp>
        <p:nvSpPr>
          <p:cNvPr id="11" name="Content Placeholder 10"/>
          <p:cNvSpPr>
            <a:spLocks noGrp="1"/>
          </p:cNvSpPr>
          <p:nvPr>
            <p:ph sz="quarter" idx="13"/>
          </p:nvPr>
        </p:nvSpPr>
        <p:spPr>
          <a:xfrm>
            <a:off x="609600" y="1919818"/>
            <a:ext cx="3886200" cy="2628900"/>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800600" y="1919818"/>
            <a:ext cx="3886200" cy="2628900"/>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6" name="Text Placeholder 15"/>
          <p:cNvSpPr>
            <a:spLocks noGrp="1"/>
          </p:cNvSpPr>
          <p:nvPr>
            <p:ph type="body" sz="quarter" idx="18"/>
          </p:nvPr>
        </p:nvSpPr>
        <p:spPr>
          <a:xfrm>
            <a:off x="609600" y="1362287"/>
            <a:ext cx="3886200" cy="530352"/>
          </a:xfrm>
          <a:solidFill>
            <a:schemeClr val="accent2"/>
          </a:solidFill>
        </p:spPr>
        <p:txBody>
          <a:bodyPr rtlCol="0" anchor="ctr"/>
          <a:lstStyle>
            <a:lvl1pPr>
              <a:buFontTx/>
              <a:buNone/>
              <a:defRPr sz="2000" b="1">
                <a:solidFill>
                  <a:srgbClr val="FFFFFF"/>
                </a:solidFill>
              </a:defRPr>
            </a:lvl1pPr>
            <a:extLst/>
          </a:lstStyle>
          <a:p>
            <a:pPr lvl="0"/>
            <a:r>
              <a:rPr lang="en-US" smtClean="0"/>
              <a:t>Click to edit Master text styles</a:t>
            </a:r>
          </a:p>
        </p:txBody>
      </p:sp>
      <p:sp>
        <p:nvSpPr>
          <p:cNvPr id="15" name="Text Placeholder 14"/>
          <p:cNvSpPr>
            <a:spLocks noGrp="1"/>
          </p:cNvSpPr>
          <p:nvPr>
            <p:ph type="body" sz="quarter" idx="19"/>
          </p:nvPr>
        </p:nvSpPr>
        <p:spPr>
          <a:xfrm>
            <a:off x="4800600" y="1362287"/>
            <a:ext cx="3886200" cy="530352"/>
          </a:xfrm>
          <a:solidFill>
            <a:schemeClr val="accent4"/>
          </a:solidFill>
        </p:spPr>
        <p:txBody>
          <a:bodyPr rtlCol="0" anchor="ctr"/>
          <a:lstStyle>
            <a:lvl1pPr>
              <a:buFontTx/>
              <a:buNone/>
              <a:defRPr sz="2000" b="1">
                <a:solidFill>
                  <a:srgbClr val="FFFFFF"/>
                </a:solidFill>
              </a:defRPr>
            </a:lvl1pPr>
            <a:extLst/>
          </a:lstStyle>
          <a:p>
            <a:pPr lvl="0"/>
            <a:r>
              <a:rPr lang="en-US" smtClean="0"/>
              <a:t>Click to edit Master text styles</a:t>
            </a:r>
          </a:p>
        </p:txBody>
      </p:sp>
      <p:sp>
        <p:nvSpPr>
          <p:cNvPr id="7" name="Date Placeholder 9"/>
          <p:cNvSpPr>
            <a:spLocks noGrp="1"/>
          </p:cNvSpPr>
          <p:nvPr>
            <p:ph type="dt" sz="half" idx="20"/>
          </p:nvPr>
        </p:nvSpPr>
        <p:spPr/>
        <p:txBody>
          <a:bodyPr rtlCol="0"/>
          <a:lstStyle>
            <a:lvl1pPr>
              <a:defRPr/>
            </a:lvl1pPr>
            <a:extLst/>
          </a:lstStyle>
          <a:p>
            <a:pPr>
              <a:defRPr/>
            </a:pPr>
            <a:fld id="{1257BB59-4697-4E77-8E76-C68EE6546274}" type="datetime1">
              <a:rPr lang="en-US"/>
              <a:pPr>
                <a:defRPr/>
              </a:pPr>
              <a:t>5/17/2023</a:t>
            </a:fld>
            <a:endParaRPr lang="en-US" dirty="0"/>
          </a:p>
        </p:txBody>
      </p:sp>
      <p:sp>
        <p:nvSpPr>
          <p:cNvPr id="8" name="Slide Number Placeholder 11"/>
          <p:cNvSpPr>
            <a:spLocks noGrp="1"/>
          </p:cNvSpPr>
          <p:nvPr>
            <p:ph type="sldNum" sz="quarter" idx="21"/>
          </p:nvPr>
        </p:nvSpPr>
        <p:spPr/>
        <p:txBody>
          <a:bodyPr rtlCol="0"/>
          <a:lstStyle>
            <a:lvl1pPr>
              <a:defRPr/>
            </a:lvl1pPr>
            <a:extLst/>
          </a:lstStyle>
          <a:p>
            <a:pPr>
              <a:defRPr/>
            </a:pPr>
            <a:fld id="{5F46FA0F-825E-4DC6-A684-766C4E1FBFF1}" type="slidenum">
              <a:rPr lang="en-US"/>
              <a:pPr>
                <a:defRPr/>
              </a:pPr>
              <a:t>‹#›</a:t>
            </a:fld>
            <a:endParaRPr lang="en-US" dirty="0"/>
          </a:p>
        </p:txBody>
      </p:sp>
      <p:sp>
        <p:nvSpPr>
          <p:cNvPr id="9" name="Footer Placeholder 13"/>
          <p:cNvSpPr>
            <a:spLocks noGrp="1"/>
          </p:cNvSpPr>
          <p:nvPr>
            <p:ph type="ftr" sz="quarter" idx="22"/>
          </p:nvPr>
        </p:nvSpPr>
        <p:spPr/>
        <p:txBody>
          <a:bodyPr rtlCol="0"/>
          <a:lstStyle>
            <a:lvl1pPr>
              <a:defRPr/>
            </a:lvl1pPr>
            <a:extLst/>
          </a:lstStyle>
          <a:p>
            <a:pPr>
              <a:defRPr/>
            </a:pPr>
            <a:endParaRPr lang="en-US"/>
          </a:p>
        </p:txBody>
      </p:sp>
    </p:spTree>
  </p:cSld>
  <p:clrMapOvr>
    <a:masterClrMapping/>
  </p:clrMapOvr>
  <p:transition spd="med">
    <p:cu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dirty="0"/>
          </a:p>
        </p:txBody>
      </p:sp>
      <p:sp>
        <p:nvSpPr>
          <p:cNvPr id="3" name="Date Placeholder 13"/>
          <p:cNvSpPr>
            <a:spLocks noGrp="1"/>
          </p:cNvSpPr>
          <p:nvPr>
            <p:ph type="dt" sz="half" idx="10"/>
          </p:nvPr>
        </p:nvSpPr>
        <p:spPr/>
        <p:txBody>
          <a:bodyPr/>
          <a:lstStyle>
            <a:lvl1pPr>
              <a:defRPr/>
            </a:lvl1pPr>
          </a:lstStyle>
          <a:p>
            <a:pPr>
              <a:defRPr/>
            </a:pPr>
            <a:fld id="{1AE0D6E2-9927-4996-BDDE-896F1106F5F6}" type="datetime1">
              <a:rPr lang="en-US"/>
              <a:pPr>
                <a:defRPr/>
              </a:pPr>
              <a:t>5/17/2023</a:t>
            </a:fld>
            <a:endParaRPr lang="en-US" dirty="0"/>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22"/>
          <p:cNvSpPr>
            <a:spLocks noGrp="1"/>
          </p:cNvSpPr>
          <p:nvPr>
            <p:ph type="sldNum" sz="quarter" idx="12"/>
          </p:nvPr>
        </p:nvSpPr>
        <p:spPr/>
        <p:txBody>
          <a:bodyPr/>
          <a:lstStyle>
            <a:lvl1pPr>
              <a:defRPr/>
            </a:lvl1pPr>
          </a:lstStyle>
          <a:p>
            <a:pPr>
              <a:defRPr/>
            </a:pPr>
            <a:fld id="{7D28B11E-A1BC-48DC-A070-9385B768140B}" type="slidenum">
              <a:rPr lang="en-US"/>
              <a:pPr>
                <a:defRPr/>
              </a:pPr>
              <a:t>‹#›</a:t>
            </a:fld>
            <a:endParaRPr lang="en-US" dirty="0"/>
          </a:p>
        </p:txBody>
      </p:sp>
    </p:spTree>
  </p:cSld>
  <p:clrMapOvr>
    <a:masterClrMapping/>
  </p:clrMapOvr>
  <p:transition spd="med">
    <p:cu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extLst/>
          </a:lstStyle>
          <a:p>
            <a:pPr>
              <a:defRPr/>
            </a:pPr>
            <a:fld id="{872A75D5-CF25-4499-814C-BAE63FCB24DA}" type="datetime1">
              <a:rPr lang="en-US"/>
              <a:pPr>
                <a:defRPr/>
              </a:pPr>
              <a:t>5/17/2023</a:t>
            </a:fld>
            <a:endParaRPr lang="en-US" dirty="0"/>
          </a:p>
        </p:txBody>
      </p:sp>
      <p:sp>
        <p:nvSpPr>
          <p:cNvPr id="3" name="Footer Placeholder 2"/>
          <p:cNvSpPr>
            <a:spLocks noGrp="1"/>
          </p:cNvSpPr>
          <p:nvPr>
            <p:ph type="ftr" sz="quarter" idx="11"/>
          </p:nvPr>
        </p:nvSpPr>
        <p:spPr/>
        <p:txBody>
          <a:bodyPr/>
          <a:lstStyle>
            <a:lvl1pPr>
              <a:defRPr/>
            </a:lvl1pPr>
            <a:extLst/>
          </a:lstStyle>
          <a:p>
            <a:pPr>
              <a:defRPr/>
            </a:pPr>
            <a:endParaRPr lang="en-US"/>
          </a:p>
        </p:txBody>
      </p:sp>
      <p:sp>
        <p:nvSpPr>
          <p:cNvPr id="4" name="Slide Number Placeholder 3"/>
          <p:cNvSpPr>
            <a:spLocks noGrp="1"/>
          </p:cNvSpPr>
          <p:nvPr>
            <p:ph type="sldNum" sz="quarter" idx="12"/>
          </p:nvPr>
        </p:nvSpPr>
        <p:spPr>
          <a:xfrm>
            <a:off x="0" y="4686300"/>
            <a:ext cx="533400" cy="285750"/>
          </a:xfrm>
        </p:spPr>
        <p:txBody>
          <a:bodyPr/>
          <a:lstStyle>
            <a:lvl1pPr>
              <a:defRPr>
                <a:solidFill>
                  <a:schemeClr val="tx2"/>
                </a:solidFill>
              </a:defRPr>
            </a:lvl1pPr>
            <a:extLst/>
          </a:lstStyle>
          <a:p>
            <a:pPr>
              <a:defRPr/>
            </a:pPr>
            <a:fld id="{D0946380-9753-41B6-8CA6-814215B39B1E}" type="slidenum">
              <a:rPr lang="en-US"/>
              <a:pPr>
                <a:defRPr/>
              </a:pPr>
              <a:t>‹#›</a:t>
            </a:fld>
            <a:endParaRPr lang="en-US" dirty="0"/>
          </a:p>
        </p:txBody>
      </p:sp>
    </p:spTree>
  </p:cSld>
  <p:clrMapOvr>
    <a:masterClrMapping/>
  </p:clrMapOvr>
  <p:transition spd="med">
    <p:cu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1005840"/>
          </a:xfrm>
        </p:spPr>
        <p:txBody>
          <a:bodyPr/>
          <a:lstStyle>
            <a:lvl1pPr algn="l">
              <a:buNone/>
              <a:defRPr sz="4200" b="0"/>
            </a:lvl1pPr>
            <a:extLst/>
          </a:lstStyle>
          <a:p>
            <a:r>
              <a:rPr lang="en-US" smtClean="0"/>
              <a:t>Click to edit Master title style</a:t>
            </a:r>
            <a:endParaRPr lang="en-US" dirty="0"/>
          </a:p>
        </p:txBody>
      </p:sp>
      <p:sp>
        <p:nvSpPr>
          <p:cNvPr id="3" name="Text Placeholder 2"/>
          <p:cNvSpPr>
            <a:spLocks noGrp="1"/>
          </p:cNvSpPr>
          <p:nvPr>
            <p:ph type="body" idx="1"/>
          </p:nvPr>
        </p:nvSpPr>
        <p:spPr>
          <a:xfrm>
            <a:off x="609600" y="1428750"/>
            <a:ext cx="1600200" cy="31242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9" name="Content Placeholder 8"/>
          <p:cNvSpPr>
            <a:spLocks noGrp="1"/>
          </p:cNvSpPr>
          <p:nvPr>
            <p:ph sz="quarter" idx="13"/>
          </p:nvPr>
        </p:nvSpPr>
        <p:spPr>
          <a:xfrm>
            <a:off x="2362200" y="1428750"/>
            <a:ext cx="6400800" cy="3200400"/>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13"/>
          <p:cNvSpPr>
            <a:spLocks noGrp="1"/>
          </p:cNvSpPr>
          <p:nvPr>
            <p:ph type="dt" sz="half" idx="14"/>
          </p:nvPr>
        </p:nvSpPr>
        <p:spPr/>
        <p:txBody>
          <a:bodyPr/>
          <a:lstStyle>
            <a:lvl1pPr>
              <a:defRPr/>
            </a:lvl1pPr>
          </a:lstStyle>
          <a:p>
            <a:pPr>
              <a:defRPr/>
            </a:pPr>
            <a:fld id="{2D768E88-F1FE-453F-9DE2-F8E7D64796D5}" type="datetime1">
              <a:rPr lang="en-US"/>
              <a:pPr>
                <a:defRPr/>
              </a:pPr>
              <a:t>5/17/2023</a:t>
            </a:fld>
            <a:endParaRPr lang="en-US" dirty="0"/>
          </a:p>
        </p:txBody>
      </p:sp>
      <p:sp>
        <p:nvSpPr>
          <p:cNvPr id="6" name="Footer Placeholder 2"/>
          <p:cNvSpPr>
            <a:spLocks noGrp="1"/>
          </p:cNvSpPr>
          <p:nvPr>
            <p:ph type="ftr" sz="quarter" idx="15"/>
          </p:nvPr>
        </p:nvSpPr>
        <p:spPr/>
        <p:txBody>
          <a:bodyPr/>
          <a:lstStyle>
            <a:lvl1pPr>
              <a:defRPr/>
            </a:lvl1pPr>
          </a:lstStyle>
          <a:p>
            <a:pPr>
              <a:defRPr/>
            </a:pPr>
            <a:endParaRPr lang="en-US"/>
          </a:p>
        </p:txBody>
      </p:sp>
      <p:sp>
        <p:nvSpPr>
          <p:cNvPr id="7" name="Slide Number Placeholder 22"/>
          <p:cNvSpPr>
            <a:spLocks noGrp="1"/>
          </p:cNvSpPr>
          <p:nvPr>
            <p:ph type="sldNum" sz="quarter" idx="16"/>
          </p:nvPr>
        </p:nvSpPr>
        <p:spPr/>
        <p:txBody>
          <a:bodyPr/>
          <a:lstStyle>
            <a:lvl1pPr>
              <a:defRPr/>
            </a:lvl1pPr>
          </a:lstStyle>
          <a:p>
            <a:pPr>
              <a:defRPr/>
            </a:pPr>
            <a:fld id="{9AD437D0-ECE7-4389-95D9-BFD224ADB01D}" type="slidenum">
              <a:rPr lang="en-US"/>
              <a:pPr>
                <a:defRPr/>
              </a:pPr>
              <a:t>‹#›</a:t>
            </a:fld>
            <a:endParaRPr lang="en-US" dirty="0"/>
          </a:p>
        </p:txBody>
      </p:sp>
    </p:spTree>
  </p:cSld>
  <p:clrMapOvr>
    <a:masterClrMapping/>
  </p:clrMapOvr>
  <p:transition spd="med">
    <p:cu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5" name="Rectangle 4"/>
          <p:cNvSpPr/>
          <p:nvPr/>
        </p:nvSpPr>
        <p:spPr>
          <a:xfrm>
            <a:off x="-9525" y="3429000"/>
            <a:ext cx="9144000" cy="66516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6" name="Rectangle 5"/>
          <p:cNvSpPr/>
          <p:nvPr/>
        </p:nvSpPr>
        <p:spPr>
          <a:xfrm>
            <a:off x="-9525" y="3497263"/>
            <a:ext cx="1463675" cy="5349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7" name="Rectangle 6"/>
          <p:cNvSpPr/>
          <p:nvPr/>
        </p:nvSpPr>
        <p:spPr>
          <a:xfrm>
            <a:off x="1544638" y="3490913"/>
            <a:ext cx="7589837" cy="534987"/>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8" name="Rectangle 7"/>
          <p:cNvSpPr/>
          <p:nvPr/>
        </p:nvSpPr>
        <p:spPr>
          <a:xfrm>
            <a:off x="1447800" y="0"/>
            <a:ext cx="100013" cy="51498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3" name="Picture Placeholder 2"/>
          <p:cNvSpPr>
            <a:spLocks noGrp="1"/>
          </p:cNvSpPr>
          <p:nvPr>
            <p:ph type="pic" idx="1"/>
          </p:nvPr>
        </p:nvSpPr>
        <p:spPr>
          <a:xfrm>
            <a:off x="1557668" y="0"/>
            <a:ext cx="7586332" cy="3419856"/>
          </a:xfrm>
          <a:solidFill>
            <a:schemeClr val="tx2">
              <a:shade val="50000"/>
            </a:schemeClr>
          </a:solidFill>
          <a:ln>
            <a:noFill/>
          </a:ln>
        </p:spPr>
        <p:txBody>
          <a:bodyPr>
            <a:normAutofit/>
          </a:bodyPr>
          <a:lstStyle>
            <a:lvl1pPr>
              <a:buNone/>
              <a:defRPr sz="3200"/>
            </a:lvl1pPr>
            <a:extLst/>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600200" y="4114800"/>
            <a:ext cx="7315200" cy="51435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extLst/>
          </a:lstStyle>
          <a:p>
            <a:pPr lvl="0"/>
            <a:r>
              <a:rPr lang="en-US" smtClean="0"/>
              <a:t>Click to edit Master text styles</a:t>
            </a:r>
          </a:p>
        </p:txBody>
      </p:sp>
      <p:sp>
        <p:nvSpPr>
          <p:cNvPr id="2" name="Title 1"/>
          <p:cNvSpPr>
            <a:spLocks noGrp="1"/>
          </p:cNvSpPr>
          <p:nvPr>
            <p:ph type="title"/>
          </p:nvPr>
        </p:nvSpPr>
        <p:spPr>
          <a:xfrm>
            <a:off x="1600200" y="3543300"/>
            <a:ext cx="7315200" cy="457200"/>
          </a:xfrm>
        </p:spPr>
        <p:txBody>
          <a:bodyPr anchor="ctr"/>
          <a:lstStyle>
            <a:lvl1pPr algn="l">
              <a:buNone/>
              <a:defRPr sz="2800" b="0">
                <a:solidFill>
                  <a:srgbClr val="FFFFFF"/>
                </a:solidFill>
              </a:defRPr>
            </a:lvl1pPr>
            <a:extLst/>
          </a:lstStyle>
          <a:p>
            <a:r>
              <a:rPr lang="en-US" smtClean="0"/>
              <a:t>Click to edit Master title style</a:t>
            </a:r>
            <a:endParaRPr lang="en-US" dirty="0"/>
          </a:p>
        </p:txBody>
      </p:sp>
      <p:sp>
        <p:nvSpPr>
          <p:cNvPr id="9" name="Date Placeholder 11"/>
          <p:cNvSpPr>
            <a:spLocks noGrp="1"/>
          </p:cNvSpPr>
          <p:nvPr>
            <p:ph type="dt" sz="half" idx="10"/>
          </p:nvPr>
        </p:nvSpPr>
        <p:spPr>
          <a:xfrm>
            <a:off x="6248400" y="4686300"/>
            <a:ext cx="2667000" cy="274638"/>
          </a:xfrm>
        </p:spPr>
        <p:txBody>
          <a:bodyPr rtlCol="0"/>
          <a:lstStyle>
            <a:lvl1pPr>
              <a:defRPr/>
            </a:lvl1pPr>
            <a:extLst/>
          </a:lstStyle>
          <a:p>
            <a:pPr>
              <a:defRPr/>
            </a:pPr>
            <a:fld id="{390CB2EB-6F90-45BB-82E8-8F3C7681F1BA}" type="datetime1">
              <a:rPr lang="en-US"/>
              <a:pPr>
                <a:defRPr/>
              </a:pPr>
              <a:t>5/17/2023</a:t>
            </a:fld>
            <a:endParaRPr lang="en-US" dirty="0"/>
          </a:p>
        </p:txBody>
      </p:sp>
      <p:sp>
        <p:nvSpPr>
          <p:cNvPr id="10" name="Slide Number Placeholder 12"/>
          <p:cNvSpPr>
            <a:spLocks noGrp="1"/>
          </p:cNvSpPr>
          <p:nvPr>
            <p:ph type="sldNum" sz="quarter" idx="11"/>
          </p:nvPr>
        </p:nvSpPr>
        <p:spPr>
          <a:xfrm>
            <a:off x="0" y="3500438"/>
            <a:ext cx="1447800" cy="498475"/>
          </a:xfrm>
        </p:spPr>
        <p:txBody>
          <a:bodyPr rtlCol="0"/>
          <a:lstStyle>
            <a:lvl1pPr>
              <a:defRPr sz="2800"/>
            </a:lvl1pPr>
            <a:extLst/>
          </a:lstStyle>
          <a:p>
            <a:pPr>
              <a:defRPr/>
            </a:pPr>
            <a:fld id="{466BCC51-9D5C-4FC6-949F-83A70BD0B55F}" type="slidenum">
              <a:rPr lang="en-US"/>
              <a:pPr>
                <a:defRPr/>
              </a:pPr>
              <a:t>‹#›</a:t>
            </a:fld>
            <a:endParaRPr lang="en-US" dirty="0"/>
          </a:p>
        </p:txBody>
      </p:sp>
      <p:sp>
        <p:nvSpPr>
          <p:cNvPr id="11" name="Footer Placeholder 13"/>
          <p:cNvSpPr>
            <a:spLocks noGrp="1"/>
          </p:cNvSpPr>
          <p:nvPr>
            <p:ph type="ftr" sz="quarter" idx="12"/>
          </p:nvPr>
        </p:nvSpPr>
        <p:spPr>
          <a:xfrm>
            <a:off x="1600200" y="4686300"/>
            <a:ext cx="4572000" cy="273050"/>
          </a:xfrm>
        </p:spPr>
        <p:txBody>
          <a:bodyPr rtlCol="0"/>
          <a:lstStyle>
            <a:lvl1pPr>
              <a:defRPr/>
            </a:lvl1pPr>
            <a:extLst/>
          </a:lstStyle>
          <a:p>
            <a:pPr>
              <a:defRPr/>
            </a:pPr>
            <a:endParaRPr lang="en-US"/>
          </a:p>
        </p:txBody>
      </p:sp>
    </p:spTree>
  </p:cSld>
  <p:clrMapOvr>
    <a:overrideClrMapping bg1="dk1" tx1="lt1" bg2="dk2" tx2="lt2" accent1="accent1" accent2="accent2" accent3="accent3" accent4="accent4" accent5="accent5" accent6="accent6" hlink="hlink" folHlink="folHlink"/>
  </p:clrMapOvr>
  <p:transition spd="med">
    <p:cu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ext Placeholder 12"/>
          <p:cNvSpPr>
            <a:spLocks noGrp="1"/>
          </p:cNvSpPr>
          <p:nvPr>
            <p:ph type="body" idx="1"/>
          </p:nvPr>
        </p:nvSpPr>
        <p:spPr bwMode="auto">
          <a:xfrm>
            <a:off x="612775" y="1352550"/>
            <a:ext cx="8153400" cy="32416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6096000" y="4686300"/>
            <a:ext cx="2667000" cy="274638"/>
          </a:xfrm>
          <a:prstGeom prst="rect">
            <a:avLst/>
          </a:prstGeom>
        </p:spPr>
        <p:txBody>
          <a:bodyPr vert="horz" anchor="ctr" anchorCtr="0"/>
          <a:lstStyle>
            <a:lvl1pPr algn="l" fontAlgn="auto">
              <a:spcBef>
                <a:spcPts val="0"/>
              </a:spcBef>
              <a:spcAft>
                <a:spcPts val="0"/>
              </a:spcAft>
              <a:defRPr sz="1400">
                <a:solidFill>
                  <a:schemeClr val="tx2"/>
                </a:solidFill>
                <a:latin typeface="+mn-lt"/>
                <a:cs typeface="+mn-cs"/>
              </a:defRPr>
            </a:lvl1pPr>
            <a:extLst/>
          </a:lstStyle>
          <a:p>
            <a:pPr>
              <a:defRPr/>
            </a:pPr>
            <a:fld id="{B931EBDC-B591-43FA-85C3-75FC80B09B9B}" type="datetime1">
              <a:rPr lang="en-US"/>
              <a:pPr>
                <a:defRPr/>
              </a:pPr>
              <a:t>5/17/2023</a:t>
            </a:fld>
            <a:endParaRPr lang="en-US" dirty="0"/>
          </a:p>
        </p:txBody>
      </p:sp>
      <p:sp>
        <p:nvSpPr>
          <p:cNvPr id="3" name="Footer Placeholder 2"/>
          <p:cNvSpPr>
            <a:spLocks noGrp="1"/>
          </p:cNvSpPr>
          <p:nvPr>
            <p:ph type="ftr" sz="quarter" idx="3"/>
          </p:nvPr>
        </p:nvSpPr>
        <p:spPr>
          <a:xfrm>
            <a:off x="609600" y="4686300"/>
            <a:ext cx="5421313" cy="273050"/>
          </a:xfrm>
          <a:prstGeom prst="rect">
            <a:avLst/>
          </a:prstGeom>
        </p:spPr>
        <p:txBody>
          <a:bodyPr vert="horz" anchor="ctr"/>
          <a:lstStyle>
            <a:lvl1pPr algn="r" fontAlgn="auto">
              <a:spcBef>
                <a:spcPts val="0"/>
              </a:spcBef>
              <a:spcAft>
                <a:spcPts val="0"/>
              </a:spcAft>
              <a:defRPr sz="1400">
                <a:solidFill>
                  <a:schemeClr val="tx2"/>
                </a:solidFill>
                <a:latin typeface="+mn-lt"/>
                <a:cs typeface="+mn-cs"/>
              </a:defRPr>
            </a:lvl1pPr>
            <a:extLst/>
          </a:lstStyle>
          <a:p>
            <a:pPr>
              <a:defRPr/>
            </a:pPr>
            <a:endParaRPr lang="en-US"/>
          </a:p>
        </p:txBody>
      </p:sp>
      <p:sp>
        <p:nvSpPr>
          <p:cNvPr id="7" name="Rectangle 6"/>
          <p:cNvSpPr/>
          <p:nvPr/>
        </p:nvSpPr>
        <p:spPr>
          <a:xfrm>
            <a:off x="0" y="1095375"/>
            <a:ext cx="9144000" cy="2397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8" name="Rectangle 7"/>
          <p:cNvSpPr/>
          <p:nvPr/>
        </p:nvSpPr>
        <p:spPr>
          <a:xfrm>
            <a:off x="0" y="1128713"/>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9" name="Rectangle 8"/>
          <p:cNvSpPr/>
          <p:nvPr/>
        </p:nvSpPr>
        <p:spPr>
          <a:xfrm>
            <a:off x="590550" y="1128713"/>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23" name="Slide Number Placeholder 22"/>
          <p:cNvSpPr>
            <a:spLocks noGrp="1"/>
          </p:cNvSpPr>
          <p:nvPr>
            <p:ph type="sldNum" sz="quarter" idx="4"/>
          </p:nvPr>
        </p:nvSpPr>
        <p:spPr>
          <a:xfrm>
            <a:off x="0" y="1123950"/>
            <a:ext cx="533400" cy="182563"/>
          </a:xfrm>
          <a:prstGeom prst="rect">
            <a:avLst/>
          </a:prstGeom>
        </p:spPr>
        <p:txBody>
          <a:bodyPr vert="horz" anchor="ctr" anchorCtr="0">
            <a:normAutofit/>
          </a:bodyPr>
          <a:lstStyle>
            <a:lvl1pPr algn="ctr" fontAlgn="auto">
              <a:spcBef>
                <a:spcPts val="0"/>
              </a:spcBef>
              <a:spcAft>
                <a:spcPts val="0"/>
              </a:spcAft>
              <a:defRPr sz="1400" b="1">
                <a:solidFill>
                  <a:srgbClr val="FFFFFF"/>
                </a:solidFill>
                <a:latin typeface="+mn-lt"/>
                <a:cs typeface="+mn-cs"/>
              </a:defRPr>
            </a:lvl1pPr>
            <a:extLst/>
          </a:lstStyle>
          <a:p>
            <a:pPr>
              <a:defRPr/>
            </a:pPr>
            <a:fld id="{408C4305-21A7-43D6-BE4C-F4098E481423}" type="slidenum">
              <a:rPr lang="en-US"/>
              <a:pPr>
                <a:defRPr/>
              </a:pPr>
              <a:t>‹#›</a:t>
            </a:fld>
            <a:endParaRPr lang="en-US" dirty="0"/>
          </a:p>
        </p:txBody>
      </p:sp>
      <p:sp>
        <p:nvSpPr>
          <p:cNvPr id="1033" name="Title Placeholder 21"/>
          <p:cNvSpPr>
            <a:spLocks noGrp="1"/>
          </p:cNvSpPr>
          <p:nvPr>
            <p:ph type="title"/>
          </p:nvPr>
        </p:nvSpPr>
        <p:spPr bwMode="auto">
          <a:xfrm>
            <a:off x="609600" y="117475"/>
            <a:ext cx="8153400" cy="1006475"/>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Tree>
  </p:cSld>
  <p:clrMap bg1="lt1" tx1="dk1" bg2="lt2" tx2="dk2" accent1="accent1" accent2="accent2" accent3="accent3" accent4="accent4" accent5="accent5" accent6="accent6" hlink="hlink" folHlink="folHlink"/>
  <p:sldLayoutIdLst>
    <p:sldLayoutId id="2147484321" r:id="rId1"/>
    <p:sldLayoutId id="2147484318" r:id="rId2"/>
    <p:sldLayoutId id="2147484322" r:id="rId3"/>
    <p:sldLayoutId id="2147484323" r:id="rId4"/>
    <p:sldLayoutId id="2147484324" r:id="rId5"/>
    <p:sldLayoutId id="2147484319" r:id="rId6"/>
    <p:sldLayoutId id="2147484325" r:id="rId7"/>
    <p:sldLayoutId id="2147484320" r:id="rId8"/>
    <p:sldLayoutId id="2147484326" r:id="rId9"/>
  </p:sldLayoutIdLst>
  <p:transition spd="med">
    <p:cut/>
  </p:transition>
  <p:txStyles>
    <p:title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w Cen MT" pitchFamily="34" charset="0"/>
        </a:defRPr>
      </a:lvl2pPr>
      <a:lvl3pPr algn="l" rtl="0" eaLnBrk="0" fontAlgn="base" hangingPunct="0">
        <a:spcBef>
          <a:spcPct val="0"/>
        </a:spcBef>
        <a:spcAft>
          <a:spcPct val="0"/>
        </a:spcAft>
        <a:defRPr sz="4200">
          <a:solidFill>
            <a:schemeClr val="tx2"/>
          </a:solidFill>
          <a:latin typeface="Tw Cen MT" pitchFamily="34" charset="0"/>
        </a:defRPr>
      </a:lvl3pPr>
      <a:lvl4pPr algn="l" rtl="0" eaLnBrk="0" fontAlgn="base" hangingPunct="0">
        <a:spcBef>
          <a:spcPct val="0"/>
        </a:spcBef>
        <a:spcAft>
          <a:spcPct val="0"/>
        </a:spcAft>
        <a:defRPr sz="4200">
          <a:solidFill>
            <a:schemeClr val="tx2"/>
          </a:solidFill>
          <a:latin typeface="Tw Cen MT" pitchFamily="34" charset="0"/>
        </a:defRPr>
      </a:lvl4pPr>
      <a:lvl5pPr algn="l" rtl="0" eaLnBrk="0" fontAlgn="base" hangingPunct="0">
        <a:spcBef>
          <a:spcPct val="0"/>
        </a:spcBef>
        <a:spcAft>
          <a:spcPct val="0"/>
        </a:spcAft>
        <a:defRPr sz="4200">
          <a:solidFill>
            <a:schemeClr val="tx2"/>
          </a:solidFill>
          <a:latin typeface="Tw Cen MT" pitchFamily="34" charset="0"/>
        </a:defRPr>
      </a:lvl5pPr>
      <a:lvl6pPr marL="457200" algn="l" rtl="0" eaLnBrk="1" fontAlgn="base" hangingPunct="1">
        <a:spcBef>
          <a:spcPct val="0"/>
        </a:spcBef>
        <a:spcAft>
          <a:spcPct val="0"/>
        </a:spcAft>
        <a:defRPr sz="4200">
          <a:solidFill>
            <a:schemeClr val="tx2"/>
          </a:solidFill>
          <a:latin typeface="Tw Cen MT" pitchFamily="34" charset="0"/>
        </a:defRPr>
      </a:lvl6pPr>
      <a:lvl7pPr marL="914400" algn="l" rtl="0" eaLnBrk="1" fontAlgn="base" hangingPunct="1">
        <a:spcBef>
          <a:spcPct val="0"/>
        </a:spcBef>
        <a:spcAft>
          <a:spcPct val="0"/>
        </a:spcAft>
        <a:defRPr sz="4200">
          <a:solidFill>
            <a:schemeClr val="tx2"/>
          </a:solidFill>
          <a:latin typeface="Tw Cen MT" pitchFamily="34" charset="0"/>
        </a:defRPr>
      </a:lvl7pPr>
      <a:lvl8pPr marL="1371600" algn="l" rtl="0" eaLnBrk="1" fontAlgn="base" hangingPunct="1">
        <a:spcBef>
          <a:spcPct val="0"/>
        </a:spcBef>
        <a:spcAft>
          <a:spcPct val="0"/>
        </a:spcAft>
        <a:defRPr sz="4200">
          <a:solidFill>
            <a:schemeClr val="tx2"/>
          </a:solidFill>
          <a:latin typeface="Tw Cen MT" pitchFamily="34" charset="0"/>
        </a:defRPr>
      </a:lvl8pPr>
      <a:lvl9pPr marL="1828800" algn="l" rtl="0" eaLnBrk="1" fontAlgn="base" hangingPunct="1">
        <a:spcBef>
          <a:spcPct val="0"/>
        </a:spcBef>
        <a:spcAft>
          <a:spcPct val="0"/>
        </a:spcAft>
        <a:defRPr sz="4200">
          <a:solidFill>
            <a:schemeClr val="tx2"/>
          </a:solidFill>
          <a:latin typeface="Tw Cen MT" pitchFamily="34" charset="0"/>
        </a:defRPr>
      </a:lvl9pPr>
      <a:extLst/>
    </p:titleStyle>
    <p:body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EB641B"/>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39639D"/>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194" name="Rectangle 2"/>
          <p:cNvSpPr>
            <a:spLocks noGrp="1"/>
          </p:cNvSpPr>
          <p:nvPr>
            <p:ph type="body" sz="half" idx="2"/>
          </p:nvPr>
        </p:nvSpPr>
        <p:spPr/>
        <p:txBody>
          <a:bodyPr/>
          <a:lstStyle/>
          <a:p>
            <a:pPr eaLnBrk="1" hangingPunct="1"/>
            <a:r>
              <a:rPr lang="en-US" sz="2800" b="1" dirty="0" smtClean="0">
                <a:latin typeface="Calibri" pitchFamily="34" charset="0"/>
              </a:rPr>
              <a:t>Session5 By </a:t>
            </a:r>
            <a:r>
              <a:rPr lang="en-US" sz="2800" b="1" dirty="0" err="1" smtClean="0">
                <a:latin typeface="Calibri" pitchFamily="34" charset="0"/>
              </a:rPr>
              <a:t>Saurabh</a:t>
            </a:r>
            <a:r>
              <a:rPr lang="en-US" sz="2800" b="1" dirty="0" smtClean="0">
                <a:latin typeface="Calibri" pitchFamily="34" charset="0"/>
              </a:rPr>
              <a:t> Sharma</a:t>
            </a:r>
          </a:p>
          <a:p>
            <a:pPr eaLnBrk="1" hangingPunct="1"/>
            <a:endParaRPr lang="en-US" dirty="0" smtClean="0"/>
          </a:p>
        </p:txBody>
      </p:sp>
      <p:sp>
        <p:nvSpPr>
          <p:cNvPr id="4" name="Rectangle 3"/>
          <p:cNvSpPr>
            <a:spLocks noGrp="1"/>
          </p:cNvSpPr>
          <p:nvPr>
            <p:ph type="title"/>
          </p:nvPr>
        </p:nvSpPr>
        <p:spPr/>
        <p:txBody>
          <a:bodyPr>
            <a:normAutofit fontScale="90000"/>
          </a:bodyPr>
          <a:lstStyle>
            <a:extLst/>
          </a:lstStyle>
          <a:p>
            <a:pPr eaLnBrk="1" fontAlgn="auto" hangingPunct="1">
              <a:spcAft>
                <a:spcPts val="0"/>
              </a:spcAft>
              <a:defRPr/>
            </a:pPr>
            <a:r>
              <a:rPr lang="en-US" b="1" dirty="0" smtClean="0">
                <a:latin typeface="Calibri" pitchFamily="34" charset="0"/>
              </a:rPr>
              <a:t>Core Java </a:t>
            </a:r>
            <a:endParaRPr lang="en-US" dirty="0"/>
          </a:p>
        </p:txBody>
      </p:sp>
      <p:pic>
        <p:nvPicPr>
          <p:cNvPr id="8196" name="Picture 6" descr="Nityo_Small"/>
          <p:cNvPicPr>
            <a:picLocks noChangeAspect="1" noChangeArrowheads="1"/>
          </p:cNvPicPr>
          <p:nvPr/>
        </p:nvPicPr>
        <p:blipFill>
          <a:blip r:embed="rId3" cstate="print"/>
          <a:srcRect/>
          <a:stretch>
            <a:fillRect/>
          </a:stretch>
        </p:blipFill>
        <p:spPr bwMode="auto">
          <a:xfrm>
            <a:off x="8039100" y="9525"/>
            <a:ext cx="1095375" cy="652463"/>
          </a:xfrm>
          <a:prstGeom prst="rect">
            <a:avLst/>
          </a:prstGeom>
          <a:noFill/>
          <a:ln w="9525">
            <a:noFill/>
            <a:miter lim="800000"/>
            <a:headEnd/>
            <a:tailEnd/>
          </a:ln>
        </p:spPr>
      </p:pic>
      <p:pic>
        <p:nvPicPr>
          <p:cNvPr id="7" name="Picture Placeholder 6" descr="java-logo.jpg"/>
          <p:cNvPicPr>
            <a:picLocks noGrp="1" noChangeAspect="1"/>
          </p:cNvPicPr>
          <p:nvPr>
            <p:ph type="pic" idx="1"/>
          </p:nvPr>
        </p:nvPicPr>
        <p:blipFill>
          <a:blip r:embed="rId4" cstate="print"/>
          <a:srcRect t="13322" b="13322"/>
          <a:stretch>
            <a:fillRect/>
          </a:stretch>
        </p:blipFill>
        <p:spPr>
          <a:xfrm>
            <a:off x="1557338" y="0"/>
            <a:ext cx="7586662" cy="3419475"/>
          </a:xfrm>
        </p:spPr>
      </p:pic>
    </p:spTree>
  </p:cSld>
  <p:clrMapOvr>
    <a:overrideClrMapping bg1="dk1" tx1="lt1" bg2="dk2" tx2="lt2" accent1="accent1" accent2="accent2" accent3="accent3" accent4="accent4" accent5="accent5" accent6="accent6" hlink="hlink" folHlink="folHlink"/>
  </p:clrMapOvr>
  <p:transition spd="med">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4000" b="1" dirty="0" smtClean="0">
                <a:latin typeface="Calibri" pitchFamily="34" charset="0"/>
              </a:rPr>
              <a:t>Agenda</a:t>
            </a:r>
          </a:p>
        </p:txBody>
      </p:sp>
      <p:sp>
        <p:nvSpPr>
          <p:cNvPr id="4" name="Rectangle 2"/>
          <p:cNvSpPr>
            <a:spLocks noGrp="1"/>
          </p:cNvSpPr>
          <p:nvPr>
            <p:ph sz="quarter" idx="13"/>
          </p:nvPr>
        </p:nvSpPr>
        <p:spPr>
          <a:xfrm>
            <a:off x="609600" y="1419622"/>
            <a:ext cx="7922840" cy="3528392"/>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a:buFont typeface="Wingdings" pitchFamily="2" charset="2"/>
              <a:buNone/>
              <a:defRPr/>
            </a:pPr>
            <a:r>
              <a:rPr lang="en-US" sz="1600" b="1" dirty="0" smtClean="0">
                <a:solidFill>
                  <a:schemeClr val="tx1"/>
                </a:solidFill>
                <a:latin typeface="Calibri" pitchFamily="34" charset="0"/>
              </a:rPr>
              <a:t>Today we will cover the </a:t>
            </a:r>
            <a:r>
              <a:rPr lang="en-US" sz="1600" b="1" smtClean="0">
                <a:solidFill>
                  <a:schemeClr val="tx1"/>
                </a:solidFill>
                <a:latin typeface="Calibri" pitchFamily="34" charset="0"/>
              </a:rPr>
              <a:t>following  </a:t>
            </a:r>
            <a:r>
              <a:rPr lang="en-US" sz="1600" b="1" dirty="0" smtClean="0">
                <a:solidFill>
                  <a:schemeClr val="tx1"/>
                </a:solidFill>
                <a:latin typeface="Calibri" pitchFamily="34" charset="0"/>
              </a:rPr>
              <a:t>modules:</a:t>
            </a:r>
          </a:p>
          <a:p>
            <a:pPr>
              <a:buFont typeface="Wingdings" pitchFamily="2" charset="2"/>
              <a:buChar char="q"/>
              <a:defRPr/>
            </a:pPr>
            <a:r>
              <a:rPr lang="en-US" sz="1600" b="1" dirty="0" smtClean="0">
                <a:latin typeface="Calibri" pitchFamily="34" charset="0"/>
                <a:cs typeface="Calibri" pitchFamily="34" charset="0"/>
              </a:rPr>
              <a:t>Concurrency Framework </a:t>
            </a:r>
            <a:r>
              <a:rPr lang="en-SG" sz="1600" dirty="0" smtClean="0">
                <a:latin typeface="Calibri" pitchFamily="34" charset="0"/>
                <a:cs typeface="Times New Roman" pitchFamily="18" charset="0"/>
              </a:rPr>
              <a:t/>
            </a:r>
            <a:br>
              <a:rPr lang="en-SG" sz="1600" dirty="0" smtClean="0">
                <a:latin typeface="Calibri" pitchFamily="34" charset="0"/>
                <a:cs typeface="Times New Roman" pitchFamily="18" charset="0"/>
              </a:rPr>
            </a:br>
            <a:endParaRPr lang="en-US" sz="1600" dirty="0">
              <a:solidFill>
                <a:schemeClr val="tx1"/>
              </a:solidFill>
              <a:latin typeface="Calibri" pitchFamily="34" charset="0"/>
              <a:cs typeface="Times New Roman" pitchFamily="18" charset="0"/>
            </a:endParaRPr>
          </a:p>
        </p:txBody>
      </p:sp>
    </p:spTree>
  </p:cSld>
  <p:clrMapOvr>
    <a:masterClrMapping/>
  </p:clrMapOvr>
  <p:transition spd="med">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p:cNvSpPr>
          <p:nvPr>
            <p:ph type="title"/>
          </p:nvPr>
        </p:nvSpPr>
        <p:spPr>
          <a:xfrm>
            <a:off x="609600" y="117475"/>
            <a:ext cx="8534400" cy="1006475"/>
          </a:xfrm>
        </p:spPr>
        <p:txBody>
          <a:bodyPr/>
          <a:lstStyle/>
          <a:p>
            <a:pPr eaLnBrk="1" hangingPunct="1"/>
            <a:r>
              <a:rPr lang="en-US" sz="2400" b="1" dirty="0" smtClean="0">
                <a:latin typeface="Calibri" pitchFamily="34" charset="0"/>
                <a:cs typeface="Calibri" pitchFamily="34" charset="0"/>
              </a:rPr>
              <a:t>Framework Overview</a:t>
            </a:r>
          </a:p>
        </p:txBody>
      </p:sp>
      <p:sp>
        <p:nvSpPr>
          <p:cNvPr id="4" name="Rectangle 2"/>
          <p:cNvSpPr>
            <a:spLocks noGrp="1"/>
          </p:cNvSpPr>
          <p:nvPr>
            <p:ph sz="quarter" idx="13"/>
          </p:nvPr>
        </p:nvSpPr>
        <p:spPr>
          <a:xfrm>
            <a:off x="609600" y="1419622"/>
            <a:ext cx="7922840" cy="3528392"/>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algn="just">
              <a:buFont typeface="Wingdings" pitchFamily="2" charset="2"/>
              <a:buChar char="q"/>
              <a:defRPr/>
            </a:pPr>
            <a:r>
              <a:rPr lang="en-US" sz="1600" dirty="0" smtClean="0">
                <a:latin typeface="Calibri" pitchFamily="34" charset="0"/>
                <a:cs typeface="Calibri" pitchFamily="34" charset="0"/>
              </a:rPr>
              <a:t>Task Scheduling Framework: The Executor is a framework for handling the invocation, scheduling and execution of tasks </a:t>
            </a:r>
          </a:p>
          <a:p>
            <a:pPr algn="just">
              <a:buFont typeface="Wingdings" pitchFamily="2" charset="2"/>
              <a:buChar char="q"/>
              <a:defRPr/>
            </a:pPr>
            <a:r>
              <a:rPr lang="en-US" sz="1600" dirty="0" smtClean="0">
                <a:latin typeface="Calibri" pitchFamily="34" charset="0"/>
                <a:cs typeface="Calibri" pitchFamily="34" charset="0"/>
              </a:rPr>
              <a:t>Concurrent Collection: Concurrent implementations of commonly used classes like map, list and queue (no more reinventing the wheel. </a:t>
            </a:r>
          </a:p>
          <a:p>
            <a:pPr algn="just">
              <a:buFont typeface="Wingdings" pitchFamily="2" charset="2"/>
              <a:buChar char="q"/>
              <a:defRPr/>
            </a:pPr>
            <a:r>
              <a:rPr lang="en-US" sz="1600" dirty="0" smtClean="0">
                <a:latin typeface="Calibri" pitchFamily="34" charset="0"/>
                <a:cs typeface="Calibri" pitchFamily="34" charset="0"/>
              </a:rPr>
              <a:t>Atomic Variables: classes for atomic manipulation of single variables, provides higher performance than simply using synchronization primitives </a:t>
            </a:r>
          </a:p>
          <a:p>
            <a:pPr algn="just">
              <a:buFont typeface="Wingdings" pitchFamily="2" charset="2"/>
              <a:buChar char="q"/>
              <a:defRPr/>
            </a:pPr>
            <a:r>
              <a:rPr lang="en-US" sz="1600" dirty="0" smtClean="0">
                <a:latin typeface="Calibri" pitchFamily="34" charset="0"/>
                <a:cs typeface="Calibri" pitchFamily="34" charset="0"/>
              </a:rPr>
              <a:t>Locks: High performance implementation of locks with the same semantics as the synchronized keyword, with additional functionality like timeouts</a:t>
            </a:r>
          </a:p>
          <a:p>
            <a:pPr algn="just">
              <a:buFont typeface="Wingdings" pitchFamily="2" charset="2"/>
              <a:buChar char="q"/>
              <a:defRPr/>
            </a:pPr>
            <a:r>
              <a:rPr lang="en-US" sz="1600" dirty="0" smtClean="0">
                <a:latin typeface="Calibri" pitchFamily="34" charset="0"/>
                <a:cs typeface="Calibri" pitchFamily="34" charset="0"/>
              </a:rPr>
              <a:t>Timers: Provides access to a nanosecond timer for making fine grained timing measurements, useful for methods that accept timeouts</a:t>
            </a:r>
            <a:endParaRPr lang="en-US" sz="1600" dirty="0">
              <a:latin typeface="Calibri" pitchFamily="34" charset="0"/>
              <a:cs typeface="Calibri" pitchFamily="34" charset="0"/>
            </a:endParaRPr>
          </a:p>
        </p:txBody>
      </p:sp>
    </p:spTree>
  </p:cSld>
  <p:clrMapOvr>
    <a:masterClrMapping/>
  </p:clrMapOvr>
  <p:transition spd="med">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p:cNvSpPr>
          <p:nvPr>
            <p:ph type="title"/>
          </p:nvPr>
        </p:nvSpPr>
        <p:spPr>
          <a:xfrm>
            <a:off x="609600" y="117475"/>
            <a:ext cx="8534400" cy="1006475"/>
          </a:xfrm>
        </p:spPr>
        <p:txBody>
          <a:bodyPr/>
          <a:lstStyle/>
          <a:p>
            <a:pPr eaLnBrk="1" hangingPunct="1"/>
            <a:r>
              <a:rPr lang="en-US" sz="2400" b="1" dirty="0" smtClean="0">
                <a:latin typeface="Calibri" pitchFamily="34" charset="0"/>
                <a:cs typeface="Calibri" pitchFamily="34" charset="0"/>
              </a:rPr>
              <a:t>Advantages of using the Framework </a:t>
            </a:r>
          </a:p>
        </p:txBody>
      </p:sp>
      <p:sp>
        <p:nvSpPr>
          <p:cNvPr id="4" name="Rectangle 2"/>
          <p:cNvSpPr>
            <a:spLocks noGrp="1"/>
          </p:cNvSpPr>
          <p:nvPr>
            <p:ph sz="quarter" idx="13"/>
          </p:nvPr>
        </p:nvSpPr>
        <p:spPr>
          <a:xfrm>
            <a:off x="609600" y="1419622"/>
            <a:ext cx="7922840" cy="3528392"/>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algn="just">
              <a:buFont typeface="Wingdings" pitchFamily="2" charset="2"/>
              <a:buChar char="q"/>
              <a:defRPr/>
            </a:pPr>
            <a:r>
              <a:rPr lang="en-US" sz="1600" dirty="0" smtClean="0">
                <a:latin typeface="Calibri" pitchFamily="34" charset="0"/>
                <a:cs typeface="Calibri" pitchFamily="34" charset="0"/>
              </a:rPr>
              <a:t>Reusability and effort reduction: Many commonly used concurrent classes already implemented.</a:t>
            </a:r>
          </a:p>
          <a:p>
            <a:pPr algn="just">
              <a:buFont typeface="Wingdings" pitchFamily="2" charset="2"/>
              <a:buChar char="q"/>
              <a:defRPr/>
            </a:pPr>
            <a:r>
              <a:rPr lang="en-US" sz="1600" dirty="0" smtClean="0">
                <a:latin typeface="Calibri" pitchFamily="34" charset="0"/>
                <a:cs typeface="Calibri" pitchFamily="34" charset="0"/>
              </a:rPr>
              <a:t>Superior performance: Inbuilt implementation highly optimized and peer reviewed by experts </a:t>
            </a:r>
          </a:p>
          <a:p>
            <a:pPr algn="just">
              <a:buFont typeface="Wingdings" pitchFamily="2" charset="2"/>
              <a:buChar char="q"/>
              <a:defRPr/>
            </a:pPr>
            <a:r>
              <a:rPr lang="en-US" sz="1600" dirty="0" smtClean="0">
                <a:latin typeface="Calibri" pitchFamily="34" charset="0"/>
                <a:cs typeface="Calibri" pitchFamily="34" charset="0"/>
              </a:rPr>
              <a:t>Higher reliability, less bugs: Working from already developed building blocks lead to more reliable programs </a:t>
            </a:r>
          </a:p>
          <a:p>
            <a:pPr algn="just">
              <a:buFont typeface="Wingdings" pitchFamily="2" charset="2"/>
              <a:buChar char="q"/>
              <a:defRPr/>
            </a:pPr>
            <a:r>
              <a:rPr lang="en-US" sz="1600" dirty="0" smtClean="0">
                <a:latin typeface="Calibri" pitchFamily="34" charset="0"/>
                <a:cs typeface="Calibri" pitchFamily="34" charset="0"/>
              </a:rPr>
              <a:t>Improved maintainability and scalability: Reusable components leads to programs that are easier to maintain and scale much better </a:t>
            </a:r>
          </a:p>
          <a:p>
            <a:pPr algn="just">
              <a:buFont typeface="Wingdings" pitchFamily="2" charset="2"/>
              <a:buChar char="q"/>
              <a:defRPr/>
            </a:pPr>
            <a:r>
              <a:rPr lang="en-US" sz="1600" dirty="0" smtClean="0">
                <a:latin typeface="Calibri" pitchFamily="34" charset="0"/>
                <a:cs typeface="Calibri" pitchFamily="34" charset="0"/>
              </a:rPr>
              <a:t>Increased productivity: Developers no longer have to reinvent the wheel each time, programs easier to debug, more likely to understand standard library implementations </a:t>
            </a:r>
            <a:endParaRPr lang="en-US" sz="1600" dirty="0">
              <a:latin typeface="Calibri" pitchFamily="34" charset="0"/>
              <a:cs typeface="Calibri" pitchFamily="34" charset="0"/>
            </a:endParaRPr>
          </a:p>
        </p:txBody>
      </p:sp>
    </p:spTree>
  </p:cSld>
  <p:clrMapOvr>
    <a:masterClrMapping/>
  </p:clrMapOvr>
  <p:transition spd="med">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p:cNvSpPr>
          <p:nvPr>
            <p:ph type="title"/>
          </p:nvPr>
        </p:nvSpPr>
        <p:spPr>
          <a:xfrm>
            <a:off x="609600" y="117475"/>
            <a:ext cx="8534400" cy="1006475"/>
          </a:xfrm>
        </p:spPr>
        <p:txBody>
          <a:bodyPr/>
          <a:lstStyle/>
          <a:p>
            <a:pPr eaLnBrk="1" hangingPunct="1"/>
            <a:r>
              <a:rPr lang="en-US" sz="2400" b="1" dirty="0" smtClean="0">
                <a:latin typeface="Calibri" pitchFamily="34" charset="0"/>
                <a:cs typeface="Calibri" pitchFamily="34" charset="0"/>
              </a:rPr>
              <a:t>The Executor Framework</a:t>
            </a:r>
          </a:p>
        </p:txBody>
      </p:sp>
      <p:sp>
        <p:nvSpPr>
          <p:cNvPr id="4" name="Rectangle 2"/>
          <p:cNvSpPr>
            <a:spLocks noGrp="1"/>
          </p:cNvSpPr>
          <p:nvPr>
            <p:ph sz="quarter" idx="13"/>
          </p:nvPr>
        </p:nvSpPr>
        <p:spPr>
          <a:xfrm>
            <a:off x="609600" y="1419622"/>
            <a:ext cx="7922840" cy="3528392"/>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algn="just">
              <a:buFont typeface="Wingdings" pitchFamily="2" charset="2"/>
              <a:buChar char="q"/>
              <a:defRPr/>
            </a:pPr>
            <a:r>
              <a:rPr lang="en-US" sz="1600" dirty="0" smtClean="0">
                <a:latin typeface="Calibri" pitchFamily="34" charset="0"/>
                <a:cs typeface="Calibri" pitchFamily="34" charset="0"/>
              </a:rPr>
              <a:t>The Executor framework provides a mechanism for invoking, scheduling, and executing tasks according to a set of policies.</a:t>
            </a:r>
          </a:p>
          <a:p>
            <a:pPr algn="just">
              <a:buFont typeface="Wingdings" pitchFamily="2" charset="2"/>
              <a:buChar char="q"/>
              <a:defRPr/>
            </a:pPr>
            <a:r>
              <a:rPr lang="en-US" sz="1600" dirty="0" smtClean="0">
                <a:solidFill>
                  <a:schemeClr val="tx1"/>
                </a:solidFill>
                <a:latin typeface="Calibri" pitchFamily="34" charset="0"/>
                <a:cs typeface="Calibri" pitchFamily="34" charset="0"/>
              </a:rPr>
              <a:t>Java executor framework</a:t>
            </a:r>
            <a:r>
              <a:rPr lang="en-US" sz="1600" dirty="0" smtClean="0">
                <a:latin typeface="Calibri" pitchFamily="34" charset="0"/>
                <a:cs typeface="Calibri" pitchFamily="34" charset="0"/>
              </a:rPr>
              <a:t> (</a:t>
            </a:r>
            <a:r>
              <a:rPr lang="en-US" sz="1600" dirty="0" err="1" smtClean="0">
                <a:latin typeface="Calibri" pitchFamily="34" charset="0"/>
                <a:cs typeface="Calibri" pitchFamily="34" charset="0"/>
              </a:rPr>
              <a:t>java.util.concurrent.Executor</a:t>
            </a:r>
            <a:r>
              <a:rPr lang="en-US" sz="1600" dirty="0" smtClean="0">
                <a:latin typeface="Calibri" pitchFamily="34" charset="0"/>
                <a:cs typeface="Calibri" pitchFamily="34" charset="0"/>
              </a:rPr>
              <a:t>), released with the JDK 5 is used to run the </a:t>
            </a:r>
            <a:r>
              <a:rPr lang="en-US" sz="1600" dirty="0" err="1" smtClean="0">
                <a:latin typeface="Calibri" pitchFamily="34" charset="0"/>
                <a:cs typeface="Calibri" pitchFamily="34" charset="0"/>
              </a:rPr>
              <a:t>Runnable</a:t>
            </a:r>
            <a:r>
              <a:rPr lang="en-US" sz="1600" dirty="0" smtClean="0">
                <a:latin typeface="Calibri" pitchFamily="34" charset="0"/>
                <a:cs typeface="Calibri" pitchFamily="34" charset="0"/>
              </a:rPr>
              <a:t> objects without creating new threads every time and mostly re-using the already created threads.</a:t>
            </a:r>
          </a:p>
          <a:p>
            <a:pPr algn="just">
              <a:buFont typeface="Wingdings" pitchFamily="2" charset="2"/>
              <a:buChar char="q"/>
              <a:defRPr/>
            </a:pPr>
            <a:r>
              <a:rPr lang="en-US" sz="1600" dirty="0" smtClean="0">
                <a:latin typeface="Calibri" pitchFamily="34" charset="0"/>
                <a:cs typeface="Calibri" pitchFamily="34" charset="0"/>
              </a:rPr>
              <a:t>Creating a thread in java is a very expensive process which includes memory overhead also. So, it’s a good idea if we can re-use these threads once created, to run our future </a:t>
            </a:r>
            <a:r>
              <a:rPr lang="en-US" sz="1600" dirty="0" err="1" smtClean="0">
                <a:latin typeface="Calibri" pitchFamily="34" charset="0"/>
                <a:cs typeface="Calibri" pitchFamily="34" charset="0"/>
              </a:rPr>
              <a:t>runnables</a:t>
            </a:r>
            <a:r>
              <a:rPr lang="en-US" sz="1600" dirty="0" smtClean="0">
                <a:latin typeface="Calibri" pitchFamily="34" charset="0"/>
                <a:cs typeface="Calibri" pitchFamily="34" charset="0"/>
              </a:rPr>
              <a:t>. </a:t>
            </a:r>
            <a:endParaRPr lang="en-US" sz="1600" dirty="0">
              <a:latin typeface="Calibri" pitchFamily="34" charset="0"/>
              <a:cs typeface="Calibri" pitchFamily="34" charset="0"/>
            </a:endParaRPr>
          </a:p>
        </p:txBody>
      </p:sp>
    </p:spTree>
  </p:cSld>
  <p:clrMapOvr>
    <a:masterClrMapping/>
  </p:clrMapOvr>
  <p:transition spd="med">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p:cNvSpPr>
          <p:nvPr>
            <p:ph type="title"/>
          </p:nvPr>
        </p:nvSpPr>
        <p:spPr>
          <a:xfrm>
            <a:off x="609600" y="117475"/>
            <a:ext cx="8534400" cy="1006475"/>
          </a:xfrm>
        </p:spPr>
        <p:txBody>
          <a:bodyPr/>
          <a:lstStyle/>
          <a:p>
            <a:pPr eaLnBrk="1" hangingPunct="1"/>
            <a:r>
              <a:rPr lang="en-IN" sz="2400" b="1" dirty="0" smtClean="0">
                <a:latin typeface="Calibri" pitchFamily="34" charset="0"/>
                <a:cs typeface="Calibri" pitchFamily="34" charset="0"/>
              </a:rPr>
              <a:t>Example</a:t>
            </a:r>
            <a:endParaRPr lang="en-US" sz="2400" b="1" dirty="0" smtClean="0">
              <a:latin typeface="Calibri" pitchFamily="34" charset="0"/>
              <a:cs typeface="Calibri" pitchFamily="34" charset="0"/>
            </a:endParaRPr>
          </a:p>
        </p:txBody>
      </p:sp>
      <p:sp>
        <p:nvSpPr>
          <p:cNvPr id="4" name="Rectangle 2"/>
          <p:cNvSpPr>
            <a:spLocks noGrp="1"/>
          </p:cNvSpPr>
          <p:nvPr>
            <p:ph sz="quarter" idx="13"/>
          </p:nvPr>
        </p:nvSpPr>
        <p:spPr>
          <a:xfrm>
            <a:off x="609600" y="1419622"/>
            <a:ext cx="7922840" cy="3528392"/>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a:buNone/>
            </a:pPr>
            <a:r>
              <a:rPr lang="en-US" sz="1600" b="1" dirty="0" smtClean="0"/>
              <a:t>public static void main(String </a:t>
            </a:r>
            <a:r>
              <a:rPr lang="en-US" sz="1600" b="1" dirty="0" err="1" smtClean="0"/>
              <a:t>args</a:t>
            </a:r>
            <a:r>
              <a:rPr lang="en-US" sz="1600" b="1" dirty="0" smtClean="0"/>
              <a:t>[]) {</a:t>
            </a:r>
          </a:p>
          <a:p>
            <a:pPr>
              <a:buNone/>
            </a:pPr>
            <a:r>
              <a:rPr lang="en-US" sz="1600" dirty="0" smtClean="0"/>
              <a:t>	</a:t>
            </a:r>
            <a:r>
              <a:rPr lang="en-US" sz="1600" dirty="0" err="1" smtClean="0"/>
              <a:t>ExecutorService</a:t>
            </a:r>
            <a:r>
              <a:rPr lang="en-US" sz="1600" dirty="0" smtClean="0"/>
              <a:t> e=</a:t>
            </a:r>
            <a:r>
              <a:rPr lang="en-US" sz="1600" dirty="0" err="1" smtClean="0"/>
              <a:t>Executors.</a:t>
            </a:r>
            <a:r>
              <a:rPr lang="en-US" sz="1600" i="1" dirty="0" err="1" smtClean="0"/>
              <a:t>newFixedThreadPool</a:t>
            </a:r>
            <a:r>
              <a:rPr lang="en-US" sz="1600" i="1" dirty="0" smtClean="0"/>
              <a:t>(5);</a:t>
            </a:r>
          </a:p>
          <a:p>
            <a:pPr>
              <a:buNone/>
            </a:pPr>
            <a:r>
              <a:rPr lang="en-US" sz="1600" b="1" dirty="0" smtClean="0"/>
              <a:t>	for(</a:t>
            </a:r>
            <a:r>
              <a:rPr lang="en-US" sz="1600" b="1" dirty="0" err="1" smtClean="0"/>
              <a:t>int</a:t>
            </a:r>
            <a:r>
              <a:rPr lang="en-US" sz="1600" b="1" dirty="0" smtClean="0"/>
              <a:t> </a:t>
            </a:r>
            <a:r>
              <a:rPr lang="en-US" sz="1600" b="1" dirty="0" err="1" smtClean="0"/>
              <a:t>i</a:t>
            </a:r>
            <a:r>
              <a:rPr lang="en-US" sz="1600" b="1" dirty="0" smtClean="0"/>
              <a:t>=0; </a:t>
            </a:r>
            <a:r>
              <a:rPr lang="en-US" sz="1600" b="1" dirty="0" err="1" smtClean="0"/>
              <a:t>i</a:t>
            </a:r>
            <a:r>
              <a:rPr lang="en-US" sz="1600" b="1" dirty="0" smtClean="0"/>
              <a:t>&lt;20; </a:t>
            </a:r>
            <a:r>
              <a:rPr lang="en-US" sz="1600" b="1" dirty="0" err="1" smtClean="0"/>
              <a:t>i</a:t>
            </a:r>
            <a:r>
              <a:rPr lang="en-US" sz="1600" b="1" dirty="0" smtClean="0"/>
              <a:t>++)</a:t>
            </a:r>
          </a:p>
          <a:p>
            <a:pPr>
              <a:buNone/>
            </a:pPr>
            <a:r>
              <a:rPr lang="en-US" sz="1600" dirty="0" smtClean="0"/>
              <a:t>	{</a:t>
            </a:r>
          </a:p>
          <a:p>
            <a:pPr>
              <a:buNone/>
            </a:pPr>
            <a:r>
              <a:rPr lang="en-US" sz="1600" dirty="0" smtClean="0"/>
              <a:t>		//Thread t=new Thread(new </a:t>
            </a:r>
            <a:r>
              <a:rPr lang="en-US" sz="1600" dirty="0" err="1" smtClean="0"/>
              <a:t>MyTask</a:t>
            </a:r>
            <a:r>
              <a:rPr lang="en-US" sz="1600" dirty="0" smtClean="0"/>
              <a:t>());</a:t>
            </a:r>
          </a:p>
          <a:p>
            <a:pPr>
              <a:buNone/>
            </a:pPr>
            <a:r>
              <a:rPr lang="en-US" sz="1600" dirty="0" smtClean="0"/>
              <a:t>		//</a:t>
            </a:r>
            <a:r>
              <a:rPr lang="en-US" sz="1600" dirty="0" err="1" smtClean="0"/>
              <a:t>t.start</a:t>
            </a:r>
            <a:r>
              <a:rPr lang="en-US" sz="1600" dirty="0" smtClean="0"/>
              <a:t>();</a:t>
            </a:r>
          </a:p>
          <a:p>
            <a:pPr>
              <a:buNone/>
            </a:pPr>
            <a:r>
              <a:rPr lang="en-US" sz="1600" dirty="0" smtClean="0"/>
              <a:t>		</a:t>
            </a:r>
            <a:r>
              <a:rPr lang="en-US" sz="1600" dirty="0" err="1" smtClean="0"/>
              <a:t>e.execute</a:t>
            </a:r>
            <a:r>
              <a:rPr lang="en-US" sz="1600" dirty="0" smtClean="0"/>
              <a:t>(</a:t>
            </a:r>
            <a:r>
              <a:rPr lang="en-US" sz="1600" b="1" dirty="0" smtClean="0"/>
              <a:t>new </a:t>
            </a:r>
            <a:r>
              <a:rPr lang="en-US" sz="1600" b="1" dirty="0" err="1" smtClean="0"/>
              <a:t>MyTask</a:t>
            </a:r>
            <a:r>
              <a:rPr lang="en-US" sz="1600" b="1" dirty="0" smtClean="0"/>
              <a:t>());</a:t>
            </a:r>
          </a:p>
          <a:p>
            <a:pPr>
              <a:buNone/>
            </a:pPr>
            <a:r>
              <a:rPr lang="en-US" sz="1600" dirty="0" smtClean="0"/>
              <a:t>	}</a:t>
            </a:r>
          </a:p>
          <a:p>
            <a:pPr>
              <a:buNone/>
            </a:pPr>
            <a:r>
              <a:rPr lang="en-US" sz="1600" dirty="0" smtClean="0"/>
              <a:t>}</a:t>
            </a:r>
            <a:endParaRPr lang="en-US" sz="1600" dirty="0">
              <a:latin typeface="Calibri" pitchFamily="34" charset="0"/>
              <a:cs typeface="Calibri" pitchFamily="34" charset="0"/>
            </a:endParaRPr>
          </a:p>
        </p:txBody>
      </p:sp>
    </p:spTree>
  </p:cSld>
  <p:clrMapOvr>
    <a:masterClrMapping/>
  </p:clrMapOvr>
  <p:transition spd="med">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p:cNvSpPr>
          <p:nvPr>
            <p:ph type="title"/>
          </p:nvPr>
        </p:nvSpPr>
        <p:spPr>
          <a:xfrm>
            <a:off x="609600" y="117475"/>
            <a:ext cx="8534400" cy="1006475"/>
          </a:xfrm>
        </p:spPr>
        <p:txBody>
          <a:bodyPr/>
          <a:lstStyle/>
          <a:p>
            <a:pPr eaLnBrk="1" hangingPunct="1"/>
            <a:r>
              <a:rPr lang="en-IN" sz="2400" b="1" dirty="0" smtClean="0">
                <a:latin typeface="Calibri" pitchFamily="34" charset="0"/>
                <a:cs typeface="Calibri" pitchFamily="34" charset="0"/>
              </a:rPr>
              <a:t>Thread Pool</a:t>
            </a:r>
            <a:endParaRPr lang="en-US" sz="2400" b="1" dirty="0" smtClean="0">
              <a:latin typeface="Calibri" pitchFamily="34" charset="0"/>
              <a:cs typeface="Calibri" pitchFamily="34" charset="0"/>
            </a:endParaRPr>
          </a:p>
        </p:txBody>
      </p:sp>
      <p:sp>
        <p:nvSpPr>
          <p:cNvPr id="4" name="Rectangle 2"/>
          <p:cNvSpPr>
            <a:spLocks noGrp="1"/>
          </p:cNvSpPr>
          <p:nvPr>
            <p:ph sz="quarter" idx="13"/>
          </p:nvPr>
        </p:nvSpPr>
        <p:spPr>
          <a:xfrm>
            <a:off x="609600" y="1419622"/>
            <a:ext cx="7922840" cy="3528392"/>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r>
              <a:rPr lang="en-US" sz="1400" b="1" dirty="0" smtClean="0">
                <a:latin typeface="Calibri" pitchFamily="34" charset="0"/>
                <a:cs typeface="Calibri" pitchFamily="34" charset="0"/>
              </a:rPr>
              <a:t>Java Thread pool</a:t>
            </a:r>
            <a:r>
              <a:rPr lang="en-US" sz="1400" dirty="0" smtClean="0">
                <a:latin typeface="Calibri" pitchFamily="34" charset="0"/>
                <a:cs typeface="Calibri" pitchFamily="34" charset="0"/>
              </a:rPr>
              <a:t> represents a group of worker threads that are waiting for the job and reuse many times.</a:t>
            </a:r>
          </a:p>
          <a:p>
            <a:r>
              <a:rPr lang="en-US" sz="1400" dirty="0" smtClean="0">
                <a:latin typeface="Calibri" pitchFamily="34" charset="0"/>
                <a:cs typeface="Calibri" pitchFamily="34" charset="0"/>
              </a:rPr>
              <a:t>In case of thread pool, a group of fixed size threads are created. A thread from the thread pool is pulled out and assigned a job by the service provider. After completion of the job, thread is contained in the thread pool again.</a:t>
            </a:r>
          </a:p>
          <a:p>
            <a:r>
              <a:rPr lang="en-US" sz="1400" dirty="0" smtClean="0">
                <a:latin typeface="Calibri" pitchFamily="34" charset="0"/>
                <a:cs typeface="Calibri" pitchFamily="34" charset="0"/>
              </a:rPr>
              <a:t>Instead of starting a new thread for every task to execute concurrently, the task can be passed to a thread pool. As soon as the pool has any idle threads the task is assigned to one of them and executed. Internally the tasks are inserted into a Blocking Queue which the threads in the pool are </a:t>
            </a:r>
            <a:r>
              <a:rPr lang="en-US" sz="1400" dirty="0" err="1" smtClean="0">
                <a:latin typeface="Calibri" pitchFamily="34" charset="0"/>
                <a:cs typeface="Calibri" pitchFamily="34" charset="0"/>
              </a:rPr>
              <a:t>dequeuing</a:t>
            </a:r>
            <a:r>
              <a:rPr lang="en-US" sz="1400" dirty="0" smtClean="0">
                <a:latin typeface="Calibri" pitchFamily="34" charset="0"/>
                <a:cs typeface="Calibri" pitchFamily="34" charset="0"/>
              </a:rPr>
              <a:t> from. When a new task is inserted into the queue one of the idle threads will </a:t>
            </a:r>
            <a:r>
              <a:rPr lang="en-US" sz="1400" dirty="0" err="1" smtClean="0">
                <a:latin typeface="Calibri" pitchFamily="34" charset="0"/>
                <a:cs typeface="Calibri" pitchFamily="34" charset="0"/>
              </a:rPr>
              <a:t>dequeue</a:t>
            </a:r>
            <a:r>
              <a:rPr lang="en-US" sz="1400" dirty="0" smtClean="0">
                <a:latin typeface="Calibri" pitchFamily="34" charset="0"/>
                <a:cs typeface="Calibri" pitchFamily="34" charset="0"/>
              </a:rPr>
              <a:t> it successfully and execute it. The rest of the idle threads in the pool will be blocked waiting to </a:t>
            </a:r>
            <a:r>
              <a:rPr lang="en-US" sz="1400" dirty="0" err="1" smtClean="0">
                <a:latin typeface="Calibri" pitchFamily="34" charset="0"/>
                <a:cs typeface="Calibri" pitchFamily="34" charset="0"/>
              </a:rPr>
              <a:t>dequeue</a:t>
            </a:r>
            <a:r>
              <a:rPr lang="en-US" sz="1400" dirty="0" smtClean="0">
                <a:latin typeface="Calibri" pitchFamily="34" charset="0"/>
                <a:cs typeface="Calibri" pitchFamily="34" charset="0"/>
              </a:rPr>
              <a:t> tasks.</a:t>
            </a:r>
          </a:p>
          <a:p>
            <a:r>
              <a:rPr lang="en-US" sz="1400" dirty="0" smtClean="0">
                <a:latin typeface="Calibri" pitchFamily="34" charset="0"/>
                <a:cs typeface="Calibri" pitchFamily="34" charset="0"/>
              </a:rPr>
              <a:t>Advantage of Java Thread Pool</a:t>
            </a:r>
          </a:p>
          <a:p>
            <a:pPr lvl="1"/>
            <a:r>
              <a:rPr lang="en-US" sz="1400" b="1" dirty="0" smtClean="0">
                <a:latin typeface="Calibri" pitchFamily="34" charset="0"/>
                <a:cs typeface="Calibri" pitchFamily="34" charset="0"/>
              </a:rPr>
              <a:t>Better performance</a:t>
            </a:r>
            <a:r>
              <a:rPr lang="en-US" sz="1400" dirty="0" smtClean="0">
                <a:latin typeface="Calibri" pitchFamily="34" charset="0"/>
                <a:cs typeface="Calibri" pitchFamily="34" charset="0"/>
              </a:rPr>
              <a:t> It saves time because there is no need to create new thread.</a:t>
            </a:r>
          </a:p>
        </p:txBody>
      </p:sp>
    </p:spTree>
  </p:cSld>
  <p:clrMapOvr>
    <a:masterClrMapping/>
  </p:clrMapOvr>
  <p:transition spd="med">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p:cNvSpPr>
          <p:nvPr>
            <p:ph type="title"/>
          </p:nvPr>
        </p:nvSpPr>
        <p:spPr>
          <a:xfrm>
            <a:off x="609600" y="117475"/>
            <a:ext cx="8534400" cy="1006475"/>
          </a:xfrm>
        </p:spPr>
        <p:txBody>
          <a:bodyPr/>
          <a:lstStyle/>
          <a:p>
            <a:pPr eaLnBrk="1" hangingPunct="1"/>
            <a:r>
              <a:rPr lang="en-IN" sz="2400" b="1" dirty="0" smtClean="0">
                <a:latin typeface="Calibri" pitchFamily="34" charset="0"/>
                <a:cs typeface="Calibri" pitchFamily="34" charset="0"/>
              </a:rPr>
              <a:t>What is the ideal Pool size?</a:t>
            </a:r>
            <a:endParaRPr lang="en-US" sz="2400" b="1" dirty="0" smtClean="0">
              <a:latin typeface="Calibri" pitchFamily="34" charset="0"/>
              <a:cs typeface="Calibri" pitchFamily="34" charset="0"/>
            </a:endParaRPr>
          </a:p>
        </p:txBody>
      </p:sp>
      <p:pic>
        <p:nvPicPr>
          <p:cNvPr id="1026" name="Picture 2"/>
          <p:cNvPicPr>
            <a:picLocks noChangeAspect="1" noChangeArrowheads="1"/>
          </p:cNvPicPr>
          <p:nvPr/>
        </p:nvPicPr>
        <p:blipFill>
          <a:blip r:embed="rId3" cstate="print"/>
          <a:srcRect/>
          <a:stretch>
            <a:fillRect/>
          </a:stretch>
        </p:blipFill>
        <p:spPr bwMode="auto">
          <a:xfrm>
            <a:off x="295308" y="2076464"/>
            <a:ext cx="8734205" cy="2424112"/>
          </a:xfrm>
          <a:prstGeom prst="rect">
            <a:avLst/>
          </a:prstGeom>
          <a:noFill/>
          <a:ln w="9525">
            <a:noFill/>
            <a:miter lim="800000"/>
            <a:headEnd/>
            <a:tailEnd/>
          </a:ln>
          <a:effectLst/>
        </p:spPr>
      </p:pic>
    </p:spTree>
  </p:cSld>
  <p:clrMapOvr>
    <a:masterClrMapping/>
  </p:clrMapOvr>
  <p:transition spd="med">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p:cNvSpPr>
          <p:nvPr>
            <p:ph type="title"/>
          </p:nvPr>
        </p:nvSpPr>
        <p:spPr>
          <a:xfrm>
            <a:off x="609600" y="117475"/>
            <a:ext cx="8534400" cy="1006475"/>
          </a:xfrm>
        </p:spPr>
        <p:txBody>
          <a:bodyPr/>
          <a:lstStyle/>
          <a:p>
            <a:pPr eaLnBrk="1" hangingPunct="1"/>
            <a:r>
              <a:rPr lang="en-IN" sz="2400" b="1" dirty="0" smtClean="0">
                <a:latin typeface="Calibri" pitchFamily="34" charset="0"/>
                <a:cs typeface="Calibri" pitchFamily="34" charset="0"/>
              </a:rPr>
              <a:t>Types Of Thread Pool</a:t>
            </a:r>
            <a:endParaRPr lang="en-US" sz="2400" b="1" dirty="0" smtClean="0">
              <a:latin typeface="Calibri" pitchFamily="34" charset="0"/>
              <a:cs typeface="Calibri" pitchFamily="34" charset="0"/>
            </a:endParaRPr>
          </a:p>
        </p:txBody>
      </p:sp>
      <p:sp>
        <p:nvSpPr>
          <p:cNvPr id="4" name="Rectangle 2"/>
          <p:cNvSpPr>
            <a:spLocks noGrp="1"/>
          </p:cNvSpPr>
          <p:nvPr>
            <p:ph sz="quarter" idx="13"/>
          </p:nvPr>
        </p:nvSpPr>
        <p:spPr>
          <a:xfrm>
            <a:off x="609600" y="1419622"/>
            <a:ext cx="7922840" cy="3528392"/>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r>
              <a:rPr lang="en-IN" sz="1400" b="1" dirty="0" err="1" smtClean="0">
                <a:latin typeface="Calibri" pitchFamily="34" charset="0"/>
                <a:cs typeface="Calibri" pitchFamily="34" charset="0"/>
              </a:rPr>
              <a:t>FixedThreadPool</a:t>
            </a:r>
            <a:endParaRPr lang="en-IN" sz="1400" b="1" dirty="0" smtClean="0">
              <a:latin typeface="Calibri" pitchFamily="34" charset="0"/>
              <a:cs typeface="Calibri" pitchFamily="34" charset="0"/>
            </a:endParaRPr>
          </a:p>
          <a:p>
            <a:pPr lvl="1"/>
            <a:r>
              <a:rPr lang="en-US" sz="1400" dirty="0" smtClean="0">
                <a:latin typeface="Calibri" pitchFamily="34" charset="0"/>
                <a:cs typeface="Calibri" pitchFamily="34" charset="0"/>
              </a:rPr>
              <a:t>Creates a fixed size thread pool. if all threads are being currently run by the executor then the pending tasks are placed in a queue and are executed when a thread becomes idle.</a:t>
            </a:r>
            <a:endParaRPr lang="en-IN" sz="1400" b="1" dirty="0" smtClean="0">
              <a:latin typeface="Calibri" pitchFamily="34" charset="0"/>
              <a:cs typeface="Calibri" pitchFamily="34" charset="0"/>
            </a:endParaRPr>
          </a:p>
          <a:p>
            <a:r>
              <a:rPr lang="en-IN" sz="1400" b="1" dirty="0" err="1" smtClean="0">
                <a:latin typeface="Calibri" pitchFamily="34" charset="0"/>
                <a:cs typeface="Calibri" pitchFamily="34" charset="0"/>
              </a:rPr>
              <a:t>CachedThreadPool</a:t>
            </a:r>
            <a:endParaRPr lang="en-IN" sz="1400" b="1" dirty="0" smtClean="0">
              <a:latin typeface="Calibri" pitchFamily="34" charset="0"/>
              <a:cs typeface="Calibri" pitchFamily="34" charset="0"/>
            </a:endParaRPr>
          </a:p>
          <a:p>
            <a:pPr lvl="1"/>
            <a:r>
              <a:rPr lang="en-US" sz="1400" dirty="0" smtClean="0">
                <a:latin typeface="Calibri" pitchFamily="34" charset="0"/>
                <a:cs typeface="Calibri" pitchFamily="34" charset="0"/>
              </a:rPr>
              <a:t>Creates a thread pool that creates new threads as needed, but will reuse previously constructed threads when they are available</a:t>
            </a:r>
            <a:endParaRPr lang="en-IN" sz="1400" b="1" dirty="0" smtClean="0">
              <a:latin typeface="Calibri" pitchFamily="34" charset="0"/>
              <a:cs typeface="Calibri" pitchFamily="34" charset="0"/>
            </a:endParaRPr>
          </a:p>
          <a:p>
            <a:r>
              <a:rPr lang="en-IN" sz="1400" b="1" dirty="0" err="1" smtClean="0">
                <a:latin typeface="Calibri" pitchFamily="34" charset="0"/>
                <a:cs typeface="Calibri" pitchFamily="34" charset="0"/>
              </a:rPr>
              <a:t>ScheduledThreadPool</a:t>
            </a:r>
            <a:endParaRPr lang="en-IN" sz="1400" b="1" dirty="0" smtClean="0">
              <a:latin typeface="Calibri" pitchFamily="34" charset="0"/>
              <a:cs typeface="Calibri" pitchFamily="34" charset="0"/>
            </a:endParaRPr>
          </a:p>
          <a:p>
            <a:pPr lvl="1"/>
            <a:r>
              <a:rPr lang="en-IN" sz="1400" dirty="0" smtClean="0">
                <a:latin typeface="Calibri" pitchFamily="34" charset="0"/>
                <a:cs typeface="Calibri" pitchFamily="34" charset="0"/>
              </a:rPr>
              <a:t>Schedule the task to run based on time delay.</a:t>
            </a:r>
          </a:p>
          <a:p>
            <a:r>
              <a:rPr lang="en-IN" sz="1400" b="1" dirty="0" err="1" smtClean="0">
                <a:latin typeface="Calibri" pitchFamily="34" charset="0"/>
                <a:cs typeface="Calibri" pitchFamily="34" charset="0"/>
              </a:rPr>
              <a:t>SingleThreadedExecutor</a:t>
            </a:r>
            <a:endParaRPr lang="en-IN" sz="1400" b="1" dirty="0" smtClean="0">
              <a:latin typeface="Calibri" pitchFamily="34" charset="0"/>
              <a:cs typeface="Calibri" pitchFamily="34" charset="0"/>
            </a:endParaRPr>
          </a:p>
          <a:p>
            <a:pPr lvl="1"/>
            <a:r>
              <a:rPr lang="en-US" sz="1400" dirty="0" smtClean="0">
                <a:latin typeface="Calibri" pitchFamily="34" charset="0"/>
                <a:cs typeface="Calibri" pitchFamily="34" charset="0"/>
              </a:rPr>
              <a:t>Creates a single thread.</a:t>
            </a:r>
            <a:endParaRPr lang="en-US" sz="1400" b="1" dirty="0" smtClean="0">
              <a:latin typeface="Calibri" pitchFamily="34" charset="0"/>
              <a:cs typeface="Calibri" pitchFamily="34" charset="0"/>
            </a:endParaRPr>
          </a:p>
        </p:txBody>
      </p:sp>
    </p:spTree>
  </p:cSld>
  <p:clrMapOvr>
    <a:masterClrMapping/>
  </p:clrMapOvr>
  <p:transition spd="med">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p:cNvSpPr>
          <p:nvPr>
            <p:ph type="title"/>
          </p:nvPr>
        </p:nvSpPr>
        <p:spPr>
          <a:xfrm>
            <a:off x="609600" y="117475"/>
            <a:ext cx="8534400" cy="1006475"/>
          </a:xfrm>
        </p:spPr>
        <p:txBody>
          <a:bodyPr/>
          <a:lstStyle/>
          <a:p>
            <a:r>
              <a:rPr lang="en-US" sz="2400" b="1" dirty="0" smtClean="0">
                <a:latin typeface="Calibri" pitchFamily="34" charset="0"/>
                <a:cs typeface="Calibri" pitchFamily="34" charset="0"/>
              </a:rPr>
              <a:t>Semaphore</a:t>
            </a:r>
            <a:r>
              <a:rPr lang="en-US" sz="2400" b="1" dirty="0" smtClean="0"/>
              <a:t> </a:t>
            </a:r>
            <a:endParaRPr lang="en-US" sz="2400" b="1" dirty="0"/>
          </a:p>
        </p:txBody>
      </p:sp>
      <p:sp>
        <p:nvSpPr>
          <p:cNvPr id="4" name="Rectangle 2"/>
          <p:cNvSpPr>
            <a:spLocks noGrp="1"/>
          </p:cNvSpPr>
          <p:nvPr>
            <p:ph sz="quarter" idx="13"/>
          </p:nvPr>
        </p:nvSpPr>
        <p:spPr>
          <a:xfrm>
            <a:off x="609600" y="1419622"/>
            <a:ext cx="7922840" cy="3528392"/>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algn="just"/>
            <a:r>
              <a:rPr lang="en-US" sz="1400" dirty="0" smtClean="0">
                <a:latin typeface="Calibri" pitchFamily="34" charset="0"/>
                <a:cs typeface="Calibri" pitchFamily="34" charset="0"/>
              </a:rPr>
              <a:t>The </a:t>
            </a:r>
            <a:r>
              <a:rPr lang="en-US" sz="1400" b="1" dirty="0" smtClean="0">
                <a:latin typeface="Calibri" pitchFamily="34" charset="0"/>
                <a:cs typeface="Calibri" pitchFamily="34" charset="0"/>
              </a:rPr>
              <a:t>Semaphore</a:t>
            </a:r>
            <a:r>
              <a:rPr lang="en-US" sz="1400" dirty="0" smtClean="0">
                <a:latin typeface="Calibri" pitchFamily="34" charset="0"/>
                <a:cs typeface="Calibri" pitchFamily="34" charset="0"/>
              </a:rPr>
              <a:t> class present in </a:t>
            </a:r>
            <a:r>
              <a:rPr lang="en-US" sz="1400" b="1" dirty="0" err="1" smtClean="0">
                <a:latin typeface="Calibri" pitchFamily="34" charset="0"/>
                <a:cs typeface="Calibri" pitchFamily="34" charset="0"/>
              </a:rPr>
              <a:t>java.util.concurrent</a:t>
            </a:r>
            <a:r>
              <a:rPr lang="en-US" sz="1400" dirty="0" err="1" smtClean="0">
                <a:latin typeface="Calibri" pitchFamily="34" charset="0"/>
                <a:cs typeface="Calibri" pitchFamily="34" charset="0"/>
              </a:rPr>
              <a:t>package</a:t>
            </a:r>
            <a:r>
              <a:rPr lang="en-US" sz="1400" dirty="0" smtClean="0">
                <a:latin typeface="Calibri" pitchFamily="34" charset="0"/>
                <a:cs typeface="Calibri" pitchFamily="34" charset="0"/>
              </a:rPr>
              <a:t> is a </a:t>
            </a:r>
            <a:r>
              <a:rPr lang="en-US" sz="1400" i="1" dirty="0" smtClean="0">
                <a:latin typeface="Calibri" pitchFamily="34" charset="0"/>
                <a:cs typeface="Calibri" pitchFamily="34" charset="0"/>
              </a:rPr>
              <a:t>counting semaphore</a:t>
            </a:r>
            <a:r>
              <a:rPr lang="en-US" sz="1400" dirty="0" smtClean="0">
                <a:latin typeface="Calibri" pitchFamily="34" charset="0"/>
                <a:cs typeface="Calibri" pitchFamily="34" charset="0"/>
              </a:rPr>
              <a:t> in which a semaphore, conceptually, maintains a set of permits.</a:t>
            </a:r>
          </a:p>
          <a:p>
            <a:pPr algn="just"/>
            <a:r>
              <a:rPr lang="en-US" sz="1400" dirty="0" smtClean="0">
                <a:latin typeface="Calibri" pitchFamily="34" charset="0"/>
                <a:cs typeface="Calibri" pitchFamily="34" charset="0"/>
              </a:rPr>
              <a:t>Semaphore class in Java has two methods that make use of permits-</a:t>
            </a:r>
          </a:p>
          <a:p>
            <a:pPr lvl="1" algn="just"/>
            <a:r>
              <a:rPr lang="en-US" sz="1400" b="1" dirty="0" smtClean="0">
                <a:latin typeface="Calibri" pitchFamily="34" charset="0"/>
                <a:cs typeface="Calibri" pitchFamily="34" charset="0"/>
              </a:rPr>
              <a:t>acquire()</a:t>
            </a:r>
            <a:r>
              <a:rPr lang="en-US" sz="1400" dirty="0" smtClean="0">
                <a:latin typeface="Calibri" pitchFamily="34" charset="0"/>
                <a:cs typeface="Calibri" pitchFamily="34" charset="0"/>
              </a:rPr>
              <a:t>- Acquires a permit from this semaphore, blocking until one is available, or the thread is interrupted. It has another overloaded version </a:t>
            </a:r>
            <a:r>
              <a:rPr lang="en-US" sz="1400" b="1" dirty="0" smtClean="0">
                <a:latin typeface="Calibri" pitchFamily="34" charset="0"/>
                <a:cs typeface="Calibri" pitchFamily="34" charset="0"/>
              </a:rPr>
              <a:t>acquire(</a:t>
            </a:r>
            <a:r>
              <a:rPr lang="en-US" sz="1400" b="1" dirty="0" err="1" smtClean="0">
                <a:latin typeface="Calibri" pitchFamily="34" charset="0"/>
                <a:cs typeface="Calibri" pitchFamily="34" charset="0"/>
              </a:rPr>
              <a:t>int</a:t>
            </a:r>
            <a:r>
              <a:rPr lang="en-US" sz="1400" b="1" dirty="0" smtClean="0">
                <a:latin typeface="Calibri" pitchFamily="34" charset="0"/>
                <a:cs typeface="Calibri" pitchFamily="34" charset="0"/>
              </a:rPr>
              <a:t> permits)</a:t>
            </a:r>
            <a:r>
              <a:rPr lang="en-US" sz="1400" dirty="0" smtClean="0">
                <a:latin typeface="Calibri" pitchFamily="34" charset="0"/>
                <a:cs typeface="Calibri" pitchFamily="34" charset="0"/>
              </a:rPr>
              <a:t>.</a:t>
            </a:r>
          </a:p>
          <a:p>
            <a:pPr lvl="1" algn="just"/>
            <a:r>
              <a:rPr lang="en-US" sz="1400" b="1" dirty="0" smtClean="0">
                <a:latin typeface="Calibri" pitchFamily="34" charset="0"/>
                <a:cs typeface="Calibri" pitchFamily="34" charset="0"/>
              </a:rPr>
              <a:t>release()</a:t>
            </a:r>
            <a:r>
              <a:rPr lang="en-US" sz="1400" dirty="0" smtClean="0">
                <a:latin typeface="Calibri" pitchFamily="34" charset="0"/>
                <a:cs typeface="Calibri" pitchFamily="34" charset="0"/>
              </a:rPr>
              <a:t>- Releases a permit, returning it to the semaphore. It has another </a:t>
            </a:r>
            <a:r>
              <a:rPr lang="en-US" sz="1400" u="sng" dirty="0" smtClean="0">
                <a:latin typeface="Calibri" pitchFamily="34" charset="0"/>
                <a:cs typeface="Calibri" pitchFamily="34" charset="0"/>
              </a:rPr>
              <a:t>overloaded method</a:t>
            </a:r>
            <a:r>
              <a:rPr lang="en-US" sz="1400" dirty="0" smtClean="0">
                <a:latin typeface="Calibri" pitchFamily="34" charset="0"/>
                <a:cs typeface="Calibri" pitchFamily="34" charset="0"/>
              </a:rPr>
              <a:t> </a:t>
            </a:r>
            <a:r>
              <a:rPr lang="en-US" sz="1400" b="1" dirty="0" smtClean="0">
                <a:latin typeface="Calibri" pitchFamily="34" charset="0"/>
                <a:cs typeface="Calibri" pitchFamily="34" charset="0"/>
              </a:rPr>
              <a:t>release(</a:t>
            </a:r>
            <a:r>
              <a:rPr lang="en-US" sz="1400" b="1" dirty="0" err="1" smtClean="0">
                <a:latin typeface="Calibri" pitchFamily="34" charset="0"/>
                <a:cs typeface="Calibri" pitchFamily="34" charset="0"/>
              </a:rPr>
              <a:t>int</a:t>
            </a:r>
            <a:r>
              <a:rPr lang="en-US" sz="1400" b="1" dirty="0" smtClean="0">
                <a:latin typeface="Calibri" pitchFamily="34" charset="0"/>
                <a:cs typeface="Calibri" pitchFamily="34" charset="0"/>
              </a:rPr>
              <a:t> permits)</a:t>
            </a:r>
            <a:r>
              <a:rPr lang="en-US" sz="1400" dirty="0" smtClean="0">
                <a:latin typeface="Calibri" pitchFamily="34" charset="0"/>
                <a:cs typeface="Calibri" pitchFamily="34" charset="0"/>
              </a:rPr>
              <a:t>.</a:t>
            </a:r>
          </a:p>
        </p:txBody>
      </p:sp>
    </p:spTree>
  </p:cSld>
  <p:clrMapOvr>
    <a:masterClrMapping/>
  </p:clrMapOvr>
  <p:transition spd="med">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p:cNvSpPr>
          <p:nvPr>
            <p:ph type="title"/>
          </p:nvPr>
        </p:nvSpPr>
        <p:spPr>
          <a:xfrm>
            <a:off x="609600" y="117475"/>
            <a:ext cx="8534400" cy="1006475"/>
          </a:xfrm>
        </p:spPr>
        <p:txBody>
          <a:bodyPr/>
          <a:lstStyle/>
          <a:p>
            <a:r>
              <a:rPr lang="en-US" sz="2400" b="1" dirty="0" smtClean="0">
                <a:latin typeface="Calibri" pitchFamily="34" charset="0"/>
                <a:cs typeface="Calibri" pitchFamily="34" charset="0"/>
              </a:rPr>
              <a:t>How Semaphore Works?</a:t>
            </a:r>
            <a:endParaRPr lang="en-US" sz="2400" b="1" dirty="0">
              <a:latin typeface="Calibri" pitchFamily="34" charset="0"/>
              <a:cs typeface="Calibri" pitchFamily="34" charset="0"/>
            </a:endParaRPr>
          </a:p>
        </p:txBody>
      </p:sp>
      <p:sp>
        <p:nvSpPr>
          <p:cNvPr id="4" name="Rectangle 2"/>
          <p:cNvSpPr>
            <a:spLocks noGrp="1"/>
          </p:cNvSpPr>
          <p:nvPr>
            <p:ph sz="quarter" idx="13"/>
          </p:nvPr>
        </p:nvSpPr>
        <p:spPr>
          <a:xfrm>
            <a:off x="609600" y="1419622"/>
            <a:ext cx="7922840" cy="3528392"/>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r>
              <a:rPr lang="en-US" sz="1400" dirty="0" smtClean="0">
                <a:latin typeface="Calibri" pitchFamily="34" charset="0"/>
                <a:cs typeface="Calibri" pitchFamily="34" charset="0"/>
              </a:rPr>
              <a:t>Thread that wants to access the shared resource tries to acquire a permit using </a:t>
            </a:r>
            <a:r>
              <a:rPr lang="en-US" sz="1400" b="1" dirty="0" smtClean="0">
                <a:latin typeface="Calibri" pitchFamily="34" charset="0"/>
                <a:cs typeface="Calibri" pitchFamily="34" charset="0"/>
              </a:rPr>
              <a:t>acquire()</a:t>
            </a:r>
            <a:r>
              <a:rPr lang="en-US" sz="1400" dirty="0" smtClean="0">
                <a:latin typeface="Calibri" pitchFamily="34" charset="0"/>
                <a:cs typeface="Calibri" pitchFamily="34" charset="0"/>
              </a:rPr>
              <a:t> method. At that time if the Semaphore's count is greater than zero thread will acquire a permit and Semaphore's count will be decremented by one.</a:t>
            </a:r>
          </a:p>
          <a:p>
            <a:r>
              <a:rPr lang="en-US" sz="1400" dirty="0" smtClean="0">
                <a:latin typeface="Calibri" pitchFamily="34" charset="0"/>
                <a:cs typeface="Calibri" pitchFamily="34" charset="0"/>
              </a:rPr>
              <a:t>If Semaphore's count is zero and thread calls acquire() method, then the thread will be blocked until a permit is available.</a:t>
            </a:r>
          </a:p>
          <a:p>
            <a:r>
              <a:rPr lang="en-US" sz="1400" dirty="0" smtClean="0">
                <a:latin typeface="Calibri" pitchFamily="34" charset="0"/>
                <a:cs typeface="Calibri" pitchFamily="34" charset="0"/>
              </a:rPr>
              <a:t>When thread is done with the shared resource access, it can call the </a:t>
            </a:r>
            <a:r>
              <a:rPr lang="en-US" sz="1400" b="1" dirty="0" smtClean="0">
                <a:latin typeface="Calibri" pitchFamily="34" charset="0"/>
                <a:cs typeface="Calibri" pitchFamily="34" charset="0"/>
              </a:rPr>
              <a:t>release()</a:t>
            </a:r>
            <a:r>
              <a:rPr lang="en-US" sz="1400" dirty="0" smtClean="0">
                <a:latin typeface="Calibri" pitchFamily="34" charset="0"/>
                <a:cs typeface="Calibri" pitchFamily="34" charset="0"/>
              </a:rPr>
              <a:t> method to release the permit. That results in the Semaphore's count incremented by one.</a:t>
            </a:r>
          </a:p>
        </p:txBody>
      </p:sp>
    </p:spTree>
  </p:cSld>
  <p:clrMapOvr>
    <a:masterClrMapping/>
  </p:clrMapOvr>
  <p:transition spd="med">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p:cNvSpPr>
          <p:nvPr>
            <p:ph type="title"/>
          </p:nvPr>
        </p:nvSpPr>
        <p:spPr>
          <a:xfrm>
            <a:off x="609600" y="117475"/>
            <a:ext cx="8534400" cy="1006475"/>
          </a:xfrm>
        </p:spPr>
        <p:txBody>
          <a:bodyPr/>
          <a:lstStyle/>
          <a:p>
            <a:r>
              <a:rPr lang="en-US" sz="2400" b="1" dirty="0" smtClean="0">
                <a:latin typeface="Calibri" pitchFamily="34" charset="0"/>
                <a:cs typeface="Calibri" pitchFamily="34" charset="0"/>
              </a:rPr>
              <a:t>Semaphore constructors</a:t>
            </a:r>
            <a:endParaRPr lang="en-US" sz="2400" b="1" dirty="0">
              <a:latin typeface="Calibri" pitchFamily="34" charset="0"/>
              <a:cs typeface="Calibri" pitchFamily="34" charset="0"/>
            </a:endParaRPr>
          </a:p>
        </p:txBody>
      </p:sp>
      <p:sp>
        <p:nvSpPr>
          <p:cNvPr id="4" name="Rectangle 2"/>
          <p:cNvSpPr>
            <a:spLocks noGrp="1"/>
          </p:cNvSpPr>
          <p:nvPr>
            <p:ph sz="quarter" idx="13"/>
          </p:nvPr>
        </p:nvSpPr>
        <p:spPr>
          <a:xfrm>
            <a:off x="609600" y="1419622"/>
            <a:ext cx="7922840" cy="3528392"/>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algn="just"/>
            <a:r>
              <a:rPr lang="en-US" sz="1400" b="1" dirty="0" smtClean="0">
                <a:latin typeface="Calibri" pitchFamily="34" charset="0"/>
                <a:cs typeface="Calibri" pitchFamily="34" charset="0"/>
              </a:rPr>
              <a:t>Semaphore(</a:t>
            </a:r>
            <a:r>
              <a:rPr lang="en-US" sz="1400" b="1" dirty="0" err="1" smtClean="0">
                <a:latin typeface="Calibri" pitchFamily="34" charset="0"/>
                <a:cs typeface="Calibri" pitchFamily="34" charset="0"/>
              </a:rPr>
              <a:t>int</a:t>
            </a:r>
            <a:r>
              <a:rPr lang="en-US" sz="1400" b="1" dirty="0" smtClean="0">
                <a:latin typeface="Calibri" pitchFamily="34" charset="0"/>
                <a:cs typeface="Calibri" pitchFamily="34" charset="0"/>
              </a:rPr>
              <a:t> permits)</a:t>
            </a:r>
            <a:r>
              <a:rPr lang="en-US" sz="1400" dirty="0" smtClean="0">
                <a:latin typeface="Calibri" pitchFamily="34" charset="0"/>
                <a:cs typeface="Calibri" pitchFamily="34" charset="0"/>
              </a:rPr>
              <a:t>- Creates a Semaphore with the given number of permits and </a:t>
            </a:r>
            <a:r>
              <a:rPr lang="en-US" sz="1400" b="1" dirty="0" err="1" smtClean="0">
                <a:latin typeface="Calibri" pitchFamily="34" charset="0"/>
                <a:cs typeface="Calibri" pitchFamily="34" charset="0"/>
              </a:rPr>
              <a:t>nonfair</a:t>
            </a:r>
            <a:r>
              <a:rPr lang="en-US" sz="1400" dirty="0" smtClean="0">
                <a:latin typeface="Calibri" pitchFamily="34" charset="0"/>
                <a:cs typeface="Calibri" pitchFamily="34" charset="0"/>
              </a:rPr>
              <a:t> fairness setting. If a Semaphore is initialized with 5 permits that means </a:t>
            </a:r>
            <a:r>
              <a:rPr lang="en-US" sz="1400" dirty="0" err="1" smtClean="0">
                <a:latin typeface="Calibri" pitchFamily="34" charset="0"/>
                <a:cs typeface="Calibri" pitchFamily="34" charset="0"/>
              </a:rPr>
              <a:t>atmost</a:t>
            </a:r>
            <a:r>
              <a:rPr lang="en-US" sz="1400" dirty="0" smtClean="0">
                <a:latin typeface="Calibri" pitchFamily="34" charset="0"/>
                <a:cs typeface="Calibri" pitchFamily="34" charset="0"/>
              </a:rPr>
              <a:t> 5 threads can call the acquire method without Calling release method.</a:t>
            </a:r>
          </a:p>
          <a:p>
            <a:pPr algn="just"/>
            <a:r>
              <a:rPr lang="en-US" sz="1400" b="1" dirty="0" smtClean="0">
                <a:latin typeface="Calibri" pitchFamily="34" charset="0"/>
                <a:cs typeface="Calibri" pitchFamily="34" charset="0"/>
              </a:rPr>
              <a:t>Semaphore(</a:t>
            </a:r>
            <a:r>
              <a:rPr lang="en-US" sz="1400" b="1" dirty="0" err="1" smtClean="0">
                <a:latin typeface="Calibri" pitchFamily="34" charset="0"/>
                <a:cs typeface="Calibri" pitchFamily="34" charset="0"/>
              </a:rPr>
              <a:t>int</a:t>
            </a:r>
            <a:r>
              <a:rPr lang="en-US" sz="1400" b="1" dirty="0" smtClean="0">
                <a:latin typeface="Calibri" pitchFamily="34" charset="0"/>
                <a:cs typeface="Calibri" pitchFamily="34" charset="0"/>
              </a:rPr>
              <a:t> permits, </a:t>
            </a:r>
            <a:r>
              <a:rPr lang="en-US" sz="1400" b="1" dirty="0" err="1" smtClean="0">
                <a:latin typeface="Calibri" pitchFamily="34" charset="0"/>
                <a:cs typeface="Calibri" pitchFamily="34" charset="0"/>
              </a:rPr>
              <a:t>boolean</a:t>
            </a:r>
            <a:r>
              <a:rPr lang="en-US" sz="1400" b="1" dirty="0" smtClean="0">
                <a:latin typeface="Calibri" pitchFamily="34" charset="0"/>
                <a:cs typeface="Calibri" pitchFamily="34" charset="0"/>
              </a:rPr>
              <a:t> fair)</a:t>
            </a:r>
            <a:r>
              <a:rPr lang="en-US" sz="1400" dirty="0" smtClean="0">
                <a:latin typeface="Calibri" pitchFamily="34" charset="0"/>
                <a:cs typeface="Calibri" pitchFamily="34" charset="0"/>
              </a:rPr>
              <a:t>- Creates a Semaphore in Java with the given number of permits and the given fairness </a:t>
            </a:r>
            <a:r>
              <a:rPr lang="en-US" sz="1400" dirty="0" err="1" smtClean="0">
                <a:latin typeface="Calibri" pitchFamily="34" charset="0"/>
                <a:cs typeface="Calibri" pitchFamily="34" charset="0"/>
              </a:rPr>
              <a:t>setting.When</a:t>
            </a:r>
            <a:r>
              <a:rPr lang="en-US" sz="1400" dirty="0" smtClean="0">
                <a:latin typeface="Calibri" pitchFamily="34" charset="0"/>
                <a:cs typeface="Calibri" pitchFamily="34" charset="0"/>
              </a:rPr>
              <a:t> fairness is set to true, the semaphore guarantees that threads invoking any of the acquire methods are selected to obtain permits in the order in which their invocation of those methods was processed (first-in-first-out; FIFO).</a:t>
            </a:r>
          </a:p>
        </p:txBody>
      </p:sp>
    </p:spTree>
  </p:cSld>
  <p:clrMapOvr>
    <a:masterClrMapping/>
  </p:clrMapOvr>
  <p:transition spd="med">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p:cNvSpPr>
          <p:nvPr>
            <p:ph type="title"/>
          </p:nvPr>
        </p:nvSpPr>
        <p:spPr>
          <a:xfrm>
            <a:off x="609600" y="117475"/>
            <a:ext cx="8534400" cy="1006475"/>
          </a:xfrm>
        </p:spPr>
        <p:txBody>
          <a:bodyPr/>
          <a:lstStyle/>
          <a:p>
            <a:r>
              <a:rPr lang="en-US" sz="2400" b="1" dirty="0" smtClean="0">
                <a:latin typeface="Calibri" pitchFamily="34" charset="0"/>
                <a:cs typeface="Calibri" pitchFamily="34" charset="0"/>
              </a:rPr>
              <a:t>Blocking Queues</a:t>
            </a:r>
            <a:endParaRPr lang="en-US" sz="2400" b="1" dirty="0">
              <a:latin typeface="Calibri" pitchFamily="34" charset="0"/>
              <a:cs typeface="Calibri" pitchFamily="34" charset="0"/>
            </a:endParaRPr>
          </a:p>
        </p:txBody>
      </p:sp>
      <p:sp>
        <p:nvSpPr>
          <p:cNvPr id="4" name="Rectangle 2"/>
          <p:cNvSpPr>
            <a:spLocks noGrp="1"/>
          </p:cNvSpPr>
          <p:nvPr>
            <p:ph sz="quarter" idx="13"/>
          </p:nvPr>
        </p:nvSpPr>
        <p:spPr>
          <a:xfrm>
            <a:off x="609600" y="1419622"/>
            <a:ext cx="7922840" cy="3528392"/>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algn="just"/>
            <a:r>
              <a:rPr lang="en-US" sz="1400" dirty="0" smtClean="0">
                <a:latin typeface="Calibri" pitchFamily="34" charset="0"/>
                <a:cs typeface="Calibri" pitchFamily="34" charset="0"/>
              </a:rPr>
              <a:t>A blocking queue is a queue that blocks when you try to </a:t>
            </a:r>
            <a:r>
              <a:rPr lang="en-US" sz="1400" dirty="0" err="1" smtClean="0">
                <a:latin typeface="Calibri" pitchFamily="34" charset="0"/>
                <a:cs typeface="Calibri" pitchFamily="34" charset="0"/>
              </a:rPr>
              <a:t>dequeue</a:t>
            </a:r>
            <a:r>
              <a:rPr lang="en-US" sz="1400" dirty="0" smtClean="0">
                <a:latin typeface="Calibri" pitchFamily="34" charset="0"/>
                <a:cs typeface="Calibri" pitchFamily="34" charset="0"/>
              </a:rPr>
              <a:t> from it and the queue is empty, or if you try to </a:t>
            </a:r>
            <a:r>
              <a:rPr lang="en-US" sz="1400" dirty="0" err="1" smtClean="0">
                <a:latin typeface="Calibri" pitchFamily="34" charset="0"/>
                <a:cs typeface="Calibri" pitchFamily="34" charset="0"/>
              </a:rPr>
              <a:t>enqueue</a:t>
            </a:r>
            <a:r>
              <a:rPr lang="en-US" sz="1400" dirty="0" smtClean="0">
                <a:latin typeface="Calibri" pitchFamily="34" charset="0"/>
                <a:cs typeface="Calibri" pitchFamily="34" charset="0"/>
              </a:rPr>
              <a:t> items to it and the queue is already full. A thread trying to </a:t>
            </a:r>
            <a:r>
              <a:rPr lang="en-US" sz="1400" dirty="0" err="1" smtClean="0">
                <a:latin typeface="Calibri" pitchFamily="34" charset="0"/>
                <a:cs typeface="Calibri" pitchFamily="34" charset="0"/>
              </a:rPr>
              <a:t>dequeue</a:t>
            </a:r>
            <a:r>
              <a:rPr lang="en-US" sz="1400" dirty="0" smtClean="0">
                <a:latin typeface="Calibri" pitchFamily="34" charset="0"/>
                <a:cs typeface="Calibri" pitchFamily="34" charset="0"/>
              </a:rPr>
              <a:t> from an empty queue is blocked until some other thread inserts an item into the queue. A thread trying to </a:t>
            </a:r>
            <a:r>
              <a:rPr lang="en-US" sz="1400" dirty="0" err="1" smtClean="0">
                <a:latin typeface="Calibri" pitchFamily="34" charset="0"/>
                <a:cs typeface="Calibri" pitchFamily="34" charset="0"/>
              </a:rPr>
              <a:t>enqueue</a:t>
            </a:r>
            <a:r>
              <a:rPr lang="en-US" sz="1400" dirty="0" smtClean="0">
                <a:latin typeface="Calibri" pitchFamily="34" charset="0"/>
                <a:cs typeface="Calibri" pitchFamily="34" charset="0"/>
              </a:rPr>
              <a:t> an item in a full queue is blocked until some other thread makes space in the queue, either by </a:t>
            </a:r>
            <a:r>
              <a:rPr lang="en-US" sz="1400" dirty="0" err="1" smtClean="0">
                <a:latin typeface="Calibri" pitchFamily="34" charset="0"/>
                <a:cs typeface="Calibri" pitchFamily="34" charset="0"/>
              </a:rPr>
              <a:t>dequeuing</a:t>
            </a:r>
            <a:r>
              <a:rPr lang="en-US" sz="1400" dirty="0" smtClean="0">
                <a:latin typeface="Calibri" pitchFamily="34" charset="0"/>
                <a:cs typeface="Calibri" pitchFamily="34" charset="0"/>
              </a:rPr>
              <a:t> one or more items or clearing the queue completely.</a:t>
            </a:r>
            <a:endParaRPr lang="en-IN" sz="1400" dirty="0" smtClean="0"/>
          </a:p>
          <a:p>
            <a:pPr algn="just"/>
            <a:endParaRPr lang="en-IN" sz="1400" dirty="0" smtClean="0"/>
          </a:p>
          <a:p>
            <a:pPr algn="just"/>
            <a:endParaRPr lang="en-IN" sz="1400" dirty="0" smtClean="0"/>
          </a:p>
          <a:p>
            <a:pPr algn="just"/>
            <a:endParaRPr lang="en-IN" sz="1400" dirty="0" smtClean="0"/>
          </a:p>
          <a:p>
            <a:pPr algn="just"/>
            <a:endParaRPr lang="en-US" sz="1400" dirty="0" smtClean="0"/>
          </a:p>
          <a:p>
            <a:pPr algn="just"/>
            <a:endParaRPr lang="en-IN" sz="1400" dirty="0" smtClean="0">
              <a:latin typeface="Calibri" pitchFamily="34" charset="0"/>
              <a:cs typeface="Calibri" pitchFamily="34" charset="0"/>
            </a:endParaRPr>
          </a:p>
          <a:p>
            <a:pPr algn="just"/>
            <a:endParaRPr lang="en-US" sz="1400" dirty="0" smtClean="0">
              <a:latin typeface="Calibri" pitchFamily="34" charset="0"/>
              <a:cs typeface="Calibri" pitchFamily="34" charset="0"/>
            </a:endParaRPr>
          </a:p>
        </p:txBody>
      </p:sp>
      <p:sp>
        <p:nvSpPr>
          <p:cNvPr id="7" name="Rectangle 6"/>
          <p:cNvSpPr/>
          <p:nvPr/>
        </p:nvSpPr>
        <p:spPr>
          <a:xfrm>
            <a:off x="3857620" y="2786064"/>
            <a:ext cx="4357718" cy="2071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1" name="Picture 7"/>
          <p:cNvPicPr>
            <a:picLocks noChangeAspect="1" noChangeArrowheads="1"/>
          </p:cNvPicPr>
          <p:nvPr/>
        </p:nvPicPr>
        <p:blipFill>
          <a:blip r:embed="rId3" cstate="print"/>
          <a:srcRect/>
          <a:stretch>
            <a:fillRect/>
          </a:stretch>
        </p:blipFill>
        <p:spPr bwMode="auto">
          <a:xfrm>
            <a:off x="2214546" y="3086115"/>
            <a:ext cx="4371975" cy="1628775"/>
          </a:xfrm>
          <a:prstGeom prst="rect">
            <a:avLst/>
          </a:prstGeom>
          <a:noFill/>
          <a:ln w="9525">
            <a:noFill/>
            <a:miter lim="800000"/>
            <a:headEnd/>
            <a:tailEnd/>
          </a:ln>
          <a:effectLst/>
        </p:spPr>
      </p:pic>
    </p:spTree>
  </p:cSld>
  <p:clrMapOvr>
    <a:masterClrMapping/>
  </p:clrMapOvr>
  <p:transition spd="med">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p:cNvSpPr>
          <p:nvPr>
            <p:ph type="title"/>
          </p:nvPr>
        </p:nvSpPr>
        <p:spPr>
          <a:xfrm>
            <a:off x="609600" y="117475"/>
            <a:ext cx="8534400" cy="1006475"/>
          </a:xfrm>
        </p:spPr>
        <p:txBody>
          <a:bodyPr/>
          <a:lstStyle/>
          <a:p>
            <a:r>
              <a:rPr lang="en-US" sz="2400" b="1" dirty="0" smtClean="0">
                <a:latin typeface="Calibri" pitchFamily="34" charset="0"/>
                <a:cs typeface="Calibri" pitchFamily="34" charset="0"/>
              </a:rPr>
              <a:t>Blocking Queues cont…</a:t>
            </a:r>
            <a:endParaRPr lang="en-US" sz="2400" b="1" dirty="0">
              <a:latin typeface="Calibri" pitchFamily="34" charset="0"/>
              <a:cs typeface="Calibri" pitchFamily="34" charset="0"/>
            </a:endParaRPr>
          </a:p>
        </p:txBody>
      </p:sp>
      <p:sp>
        <p:nvSpPr>
          <p:cNvPr id="4" name="Rectangle 2"/>
          <p:cNvSpPr>
            <a:spLocks noGrp="1"/>
          </p:cNvSpPr>
          <p:nvPr>
            <p:ph sz="quarter" idx="13"/>
          </p:nvPr>
        </p:nvSpPr>
        <p:spPr>
          <a:xfrm>
            <a:off x="609600" y="1419622"/>
            <a:ext cx="7922840" cy="3528392"/>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algn="just"/>
            <a:r>
              <a:rPr lang="en-US" sz="1400" dirty="0" smtClean="0">
                <a:latin typeface="Calibri" pitchFamily="34" charset="0"/>
                <a:cs typeface="Calibri" pitchFamily="34" charset="0"/>
              </a:rPr>
              <a:t>The Java </a:t>
            </a:r>
            <a:r>
              <a:rPr lang="en-US" sz="1400" dirty="0" err="1" smtClean="0">
                <a:latin typeface="Calibri" pitchFamily="34" charset="0"/>
                <a:cs typeface="Calibri" pitchFamily="34" charset="0"/>
              </a:rPr>
              <a:t>BlockingQueue</a:t>
            </a:r>
            <a:r>
              <a:rPr lang="en-US" sz="1400" dirty="0" smtClean="0">
                <a:latin typeface="Calibri" pitchFamily="34" charset="0"/>
                <a:cs typeface="Calibri" pitchFamily="34" charset="0"/>
              </a:rPr>
              <a:t> interface in the </a:t>
            </a:r>
            <a:r>
              <a:rPr lang="en-US" sz="1400" dirty="0" err="1" smtClean="0">
                <a:latin typeface="Calibri" pitchFamily="34" charset="0"/>
                <a:cs typeface="Calibri" pitchFamily="34" charset="0"/>
              </a:rPr>
              <a:t>java.util.concurrent</a:t>
            </a:r>
            <a:r>
              <a:rPr lang="en-US" sz="1400" dirty="0" smtClean="0">
                <a:latin typeface="Calibri" pitchFamily="34" charset="0"/>
                <a:cs typeface="Calibri" pitchFamily="34" charset="0"/>
              </a:rPr>
              <a:t> package represents a queue which is thread safe to put into, and take instances from. In this text I will show you how to use this </a:t>
            </a:r>
            <a:r>
              <a:rPr lang="en-US" sz="1400" dirty="0" err="1" smtClean="0">
                <a:latin typeface="Calibri" pitchFamily="34" charset="0"/>
                <a:cs typeface="Calibri" pitchFamily="34" charset="0"/>
              </a:rPr>
              <a:t>BlockingQueue</a:t>
            </a:r>
            <a:r>
              <a:rPr lang="en-US" sz="1400" dirty="0" smtClean="0">
                <a:latin typeface="Calibri" pitchFamily="34" charset="0"/>
                <a:cs typeface="Calibri" pitchFamily="34" charset="0"/>
              </a:rPr>
              <a:t>.</a:t>
            </a:r>
          </a:p>
          <a:p>
            <a:pPr algn="just"/>
            <a:r>
              <a:rPr lang="en-US" sz="1400" dirty="0" smtClean="0">
                <a:latin typeface="Calibri" pitchFamily="34" charset="0"/>
                <a:cs typeface="Calibri" pitchFamily="34" charset="0"/>
              </a:rPr>
              <a:t>A </a:t>
            </a:r>
            <a:r>
              <a:rPr lang="en-US" sz="1400" dirty="0" err="1" smtClean="0">
                <a:latin typeface="Calibri" pitchFamily="34" charset="0"/>
                <a:cs typeface="Calibri" pitchFamily="34" charset="0"/>
              </a:rPr>
              <a:t>BlockingQueue</a:t>
            </a:r>
            <a:r>
              <a:rPr lang="en-US" sz="1400" dirty="0" smtClean="0">
                <a:latin typeface="Calibri" pitchFamily="34" charset="0"/>
                <a:cs typeface="Calibri" pitchFamily="34" charset="0"/>
              </a:rPr>
              <a:t> is typically used to have on thread produce objects, which another thread consumes.</a:t>
            </a:r>
          </a:p>
          <a:p>
            <a:pPr algn="just"/>
            <a:r>
              <a:rPr lang="en-US" sz="1400" dirty="0" smtClean="0">
                <a:latin typeface="Calibri" pitchFamily="34" charset="0"/>
                <a:cs typeface="Calibri" pitchFamily="34" charset="0"/>
              </a:rPr>
              <a:t>Since </a:t>
            </a:r>
            <a:r>
              <a:rPr lang="en-US" sz="1400" dirty="0" err="1" smtClean="0">
                <a:latin typeface="Calibri" pitchFamily="34" charset="0"/>
                <a:cs typeface="Calibri" pitchFamily="34" charset="0"/>
              </a:rPr>
              <a:t>BlockingQueue</a:t>
            </a:r>
            <a:r>
              <a:rPr lang="en-US" sz="1400" dirty="0" smtClean="0">
                <a:latin typeface="Calibri" pitchFamily="34" charset="0"/>
                <a:cs typeface="Calibri" pitchFamily="34" charset="0"/>
              </a:rPr>
              <a:t> is an interface, you need to use one of its implementations to use it. The </a:t>
            </a:r>
            <a:r>
              <a:rPr lang="en-US" sz="1400" dirty="0" err="1" smtClean="0">
                <a:latin typeface="Calibri" pitchFamily="34" charset="0"/>
                <a:cs typeface="Calibri" pitchFamily="34" charset="0"/>
              </a:rPr>
              <a:t>java.util.concurrent</a:t>
            </a:r>
            <a:r>
              <a:rPr lang="en-US" sz="1400" dirty="0" smtClean="0">
                <a:latin typeface="Calibri" pitchFamily="34" charset="0"/>
                <a:cs typeface="Calibri" pitchFamily="34" charset="0"/>
              </a:rPr>
              <a:t> package has the following implementations of the </a:t>
            </a:r>
            <a:r>
              <a:rPr lang="en-US" sz="1400" dirty="0" err="1" smtClean="0">
                <a:latin typeface="Calibri" pitchFamily="34" charset="0"/>
                <a:cs typeface="Calibri" pitchFamily="34" charset="0"/>
              </a:rPr>
              <a:t>BlockingQueue</a:t>
            </a:r>
            <a:r>
              <a:rPr lang="en-US" sz="1400" dirty="0" smtClean="0">
                <a:latin typeface="Calibri" pitchFamily="34" charset="0"/>
                <a:cs typeface="Calibri" pitchFamily="34" charset="0"/>
              </a:rPr>
              <a:t> interface (in Java 6):</a:t>
            </a:r>
          </a:p>
          <a:p>
            <a:pPr lvl="1"/>
            <a:r>
              <a:rPr lang="en-US" sz="1400" b="1" dirty="0" err="1" smtClean="0">
                <a:latin typeface="Calibri" pitchFamily="34" charset="0"/>
                <a:cs typeface="Calibri" pitchFamily="34" charset="0"/>
              </a:rPr>
              <a:t>ArrayBlockingQueue</a:t>
            </a:r>
            <a:endParaRPr lang="en-US" sz="1400" dirty="0" smtClean="0">
              <a:latin typeface="Calibri" pitchFamily="34" charset="0"/>
              <a:cs typeface="Calibri" pitchFamily="34" charset="0"/>
            </a:endParaRPr>
          </a:p>
          <a:p>
            <a:pPr lvl="1"/>
            <a:r>
              <a:rPr lang="en-US" sz="1400" b="1" dirty="0" err="1" smtClean="0">
                <a:latin typeface="Calibri" pitchFamily="34" charset="0"/>
                <a:cs typeface="Calibri" pitchFamily="34" charset="0"/>
              </a:rPr>
              <a:t>DelayQueue</a:t>
            </a:r>
            <a:endParaRPr lang="en-US" sz="1400" dirty="0" smtClean="0">
              <a:latin typeface="Calibri" pitchFamily="34" charset="0"/>
              <a:cs typeface="Calibri" pitchFamily="34" charset="0"/>
            </a:endParaRPr>
          </a:p>
          <a:p>
            <a:pPr lvl="1"/>
            <a:r>
              <a:rPr lang="en-US" sz="1400" b="1" dirty="0" err="1" smtClean="0">
                <a:latin typeface="Calibri" pitchFamily="34" charset="0"/>
                <a:cs typeface="Calibri" pitchFamily="34" charset="0"/>
              </a:rPr>
              <a:t>LinkedBlockingQueue</a:t>
            </a:r>
            <a:endParaRPr lang="en-US" sz="1400" dirty="0" smtClean="0">
              <a:latin typeface="Calibri" pitchFamily="34" charset="0"/>
              <a:cs typeface="Calibri" pitchFamily="34" charset="0"/>
            </a:endParaRPr>
          </a:p>
          <a:p>
            <a:pPr lvl="1"/>
            <a:r>
              <a:rPr lang="en-US" sz="1400" b="1" dirty="0" err="1" smtClean="0">
                <a:latin typeface="Calibri" pitchFamily="34" charset="0"/>
                <a:cs typeface="Calibri" pitchFamily="34" charset="0"/>
              </a:rPr>
              <a:t>PriorityBlockingQueue</a:t>
            </a:r>
            <a:endParaRPr lang="en-US" sz="1400" dirty="0" smtClean="0">
              <a:latin typeface="Calibri" pitchFamily="34" charset="0"/>
              <a:cs typeface="Calibri" pitchFamily="34" charset="0"/>
            </a:endParaRPr>
          </a:p>
          <a:p>
            <a:pPr lvl="1"/>
            <a:r>
              <a:rPr lang="en-US" sz="1400" b="1" dirty="0" err="1" smtClean="0">
                <a:latin typeface="Calibri" pitchFamily="34" charset="0"/>
                <a:cs typeface="Calibri" pitchFamily="34" charset="0"/>
              </a:rPr>
              <a:t>SynchronousQueue</a:t>
            </a:r>
            <a:endParaRPr lang="en-US" sz="1400" dirty="0" smtClean="0">
              <a:latin typeface="Calibri" pitchFamily="34" charset="0"/>
              <a:cs typeface="Calibri" pitchFamily="34" charset="0"/>
            </a:endParaRPr>
          </a:p>
        </p:txBody>
      </p:sp>
    </p:spTree>
  </p:cSld>
  <p:clrMapOvr>
    <a:masterClrMapping/>
  </p:clrMapOvr>
  <p:transition spd="med">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1"/>
          <p:cNvSpPr>
            <a:spLocks noGrp="1"/>
          </p:cNvSpPr>
          <p:nvPr>
            <p:ph type="title"/>
          </p:nvPr>
        </p:nvSpPr>
        <p:spPr>
          <a:xfrm>
            <a:off x="609600" y="117475"/>
            <a:ext cx="8534400" cy="1006475"/>
          </a:xfrm>
        </p:spPr>
        <p:txBody>
          <a:bodyPr/>
          <a:lstStyle/>
          <a:p>
            <a:r>
              <a:rPr lang="en-US" sz="2800" b="1" smtClean="0">
                <a:latin typeface="Calibri" pitchFamily="34" charset="0"/>
              </a:rPr>
              <a:t>Questions</a:t>
            </a:r>
            <a:endParaRPr lang="en-IN" sz="2800" b="1" smtClean="0">
              <a:latin typeface="Calibri" pitchFamily="34" charset="0"/>
            </a:endParaRPr>
          </a:p>
        </p:txBody>
      </p:sp>
      <p:pic>
        <p:nvPicPr>
          <p:cNvPr id="95236" name="Picture 2"/>
          <p:cNvPicPr>
            <a:picLocks noChangeAspect="1" noChangeArrowheads="1"/>
          </p:cNvPicPr>
          <p:nvPr/>
        </p:nvPicPr>
        <p:blipFill>
          <a:blip r:embed="rId3" cstate="print"/>
          <a:srcRect/>
          <a:stretch>
            <a:fillRect/>
          </a:stretch>
        </p:blipFill>
        <p:spPr bwMode="auto">
          <a:xfrm>
            <a:off x="2881313" y="1481138"/>
            <a:ext cx="3635375" cy="3557587"/>
          </a:xfrm>
          <a:prstGeom prst="rect">
            <a:avLst/>
          </a:prstGeom>
          <a:noFill/>
          <a:ln w="9525">
            <a:noFill/>
            <a:miter lim="800000"/>
            <a:headEnd/>
            <a:tailEnd/>
          </a:ln>
        </p:spPr>
      </p:pic>
    </p:spTree>
  </p:cSld>
  <p:clrMapOvr>
    <a:masterClrMapping/>
  </p:clrMapOvr>
  <p:transition spd="med">
    <p:cut/>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Theme1</Template>
  <TotalTime>0</TotalTime>
  <Words>491</Words>
  <Application>Microsoft Office PowerPoint</Application>
  <PresentationFormat>On-screen Show (16:9)</PresentationFormat>
  <Paragraphs>90</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Theme1</vt:lpstr>
      <vt:lpstr>Core Java </vt:lpstr>
      <vt:lpstr>Agenda</vt:lpstr>
      <vt:lpstr>Framework Overview</vt:lpstr>
      <vt:lpstr>Advantages of using the Framework </vt:lpstr>
      <vt:lpstr>The Executor Framework</vt:lpstr>
      <vt:lpstr>Example</vt:lpstr>
      <vt:lpstr>Thread Pool</vt:lpstr>
      <vt:lpstr>What is the ideal Pool size?</vt:lpstr>
      <vt:lpstr>Types Of Thread Pool</vt:lpstr>
      <vt:lpstr>Semaphore </vt:lpstr>
      <vt:lpstr>How Semaphore Works?</vt:lpstr>
      <vt:lpstr>Semaphore constructors</vt:lpstr>
      <vt:lpstr>Blocking Queues</vt:lpstr>
      <vt:lpstr>Blocking Queues cont…</vt:lpstr>
      <vt:lpstr>Questions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PMP</dc:title>
  <dc:creator/>
  <cp:lastModifiedBy/>
  <cp:revision>5</cp:revision>
  <dcterms:created xsi:type="dcterms:W3CDTF">2010-09-05T14:08:51Z</dcterms:created>
  <dcterms:modified xsi:type="dcterms:W3CDTF">2023-05-17T04:08:48Z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